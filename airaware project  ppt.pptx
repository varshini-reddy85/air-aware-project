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Kalam" panose="020B0604020202020204" charset="0"/>
      <p:regular r:id="rId12"/>
    </p:embeddedFont>
    <p:embeddedFont>
      <p:font typeface="Nunito" pitchFamily="2" charset="0"/>
      <p:regular r:id="rId13"/>
    </p:embeddedFont>
    <p:embeddedFont>
      <p:font typeface="Nunito Bold" panose="020B0604020202020204" charset="0"/>
      <p:regular r:id="rId14"/>
    </p:embeddedFont>
    <p:embeddedFont>
      <p:font typeface="Nunito Semi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86980" y="6353546"/>
            <a:ext cx="6220985" cy="2904754"/>
            <a:chOff x="0" y="0"/>
            <a:chExt cx="13194254" cy="6160770"/>
          </a:xfrm>
        </p:grpSpPr>
        <p:sp>
          <p:nvSpPr>
            <p:cNvPr id="3" name="Freeform 3"/>
            <p:cNvSpPr/>
            <p:nvPr/>
          </p:nvSpPr>
          <p:spPr>
            <a:xfrm>
              <a:off x="180246" y="1797679"/>
              <a:ext cx="12861790" cy="3000381"/>
            </a:xfrm>
            <a:custGeom>
              <a:avLst/>
              <a:gdLst/>
              <a:ahLst/>
              <a:cxnLst/>
              <a:rect l="l" t="t" r="r" b="b"/>
              <a:pathLst>
                <a:path w="12861790" h="3000381">
                  <a:moveTo>
                    <a:pt x="10028238" y="3000381"/>
                  </a:moveTo>
                  <a:cubicBezTo>
                    <a:pt x="2734404" y="2996571"/>
                    <a:pt x="2284824" y="2992761"/>
                    <a:pt x="1835244" y="2987681"/>
                  </a:cubicBezTo>
                  <a:cubicBezTo>
                    <a:pt x="1601564" y="2985141"/>
                    <a:pt x="1367884" y="2976251"/>
                    <a:pt x="1135474" y="2940691"/>
                  </a:cubicBezTo>
                  <a:cubicBezTo>
                    <a:pt x="955134" y="2912751"/>
                    <a:pt x="778604" y="2870841"/>
                    <a:pt x="612234" y="2798451"/>
                  </a:cubicBezTo>
                  <a:cubicBezTo>
                    <a:pt x="257904" y="2644781"/>
                    <a:pt x="52164" y="2378081"/>
                    <a:pt x="19144" y="1992001"/>
                  </a:cubicBezTo>
                  <a:cubicBezTo>
                    <a:pt x="-16416" y="1576711"/>
                    <a:pt x="-4986" y="1350651"/>
                    <a:pt x="75024" y="940441"/>
                  </a:cubicBezTo>
                  <a:cubicBezTo>
                    <a:pt x="104234" y="791851"/>
                    <a:pt x="156304" y="650881"/>
                    <a:pt x="237584" y="522611"/>
                  </a:cubicBezTo>
                  <a:cubicBezTo>
                    <a:pt x="373474" y="306711"/>
                    <a:pt x="574134" y="183521"/>
                    <a:pt x="814164" y="114941"/>
                  </a:cubicBezTo>
                  <a:cubicBezTo>
                    <a:pt x="957674" y="74301"/>
                    <a:pt x="1104994" y="65411"/>
                    <a:pt x="1251044" y="59061"/>
                  </a:cubicBezTo>
                  <a:cubicBezTo>
                    <a:pt x="1745074" y="37471"/>
                    <a:pt x="2239104" y="12071"/>
                    <a:pt x="2733134" y="3181"/>
                  </a:cubicBezTo>
                  <a:cubicBezTo>
                    <a:pt x="10266998" y="-9519"/>
                    <a:pt x="10956608" y="15881"/>
                    <a:pt x="11643678" y="78111"/>
                  </a:cubicBezTo>
                  <a:cubicBezTo>
                    <a:pt x="11785918" y="90811"/>
                    <a:pt x="11928158" y="108591"/>
                    <a:pt x="12069128" y="132721"/>
                  </a:cubicBezTo>
                  <a:cubicBezTo>
                    <a:pt x="12448858" y="198761"/>
                    <a:pt x="12678729" y="431171"/>
                    <a:pt x="12785408" y="794391"/>
                  </a:cubicBezTo>
                  <a:cubicBezTo>
                    <a:pt x="12837479" y="973461"/>
                    <a:pt x="12855258" y="1156341"/>
                    <a:pt x="12860338" y="1341761"/>
                  </a:cubicBezTo>
                  <a:cubicBezTo>
                    <a:pt x="12869229" y="1522101"/>
                    <a:pt x="12837479" y="1889131"/>
                    <a:pt x="12760008" y="2249811"/>
                  </a:cubicBezTo>
                  <a:cubicBezTo>
                    <a:pt x="12744768" y="2322201"/>
                    <a:pt x="12720639" y="2394591"/>
                    <a:pt x="12691429" y="2463171"/>
                  </a:cubicBezTo>
                  <a:cubicBezTo>
                    <a:pt x="12602529" y="2675261"/>
                    <a:pt x="12433618" y="2799721"/>
                    <a:pt x="12221528" y="2873381"/>
                  </a:cubicBezTo>
                  <a:cubicBezTo>
                    <a:pt x="12081828" y="2921641"/>
                    <a:pt x="11937048" y="2940691"/>
                    <a:pt x="11790998" y="2947041"/>
                  </a:cubicBezTo>
                  <a:cubicBezTo>
                    <a:pt x="11578908" y="2955931"/>
                    <a:pt x="11366818" y="2953391"/>
                    <a:pt x="11153458" y="2958471"/>
                  </a:cubicBezTo>
                  <a:cubicBezTo>
                    <a:pt x="10918508" y="2963551"/>
                    <a:pt x="10683558" y="2969901"/>
                    <a:pt x="10449878" y="2977521"/>
                  </a:cubicBezTo>
                  <a:cubicBezTo>
                    <a:pt x="10308908" y="2982601"/>
                    <a:pt x="10167938" y="2990221"/>
                    <a:pt x="10028238" y="2996571"/>
                  </a:cubicBezTo>
                  <a:cubicBezTo>
                    <a:pt x="10028238" y="2997841"/>
                    <a:pt x="10028238" y="2999111"/>
                    <a:pt x="10028238" y="3000381"/>
                  </a:cubicBezTo>
                  <a:close/>
                  <a:moveTo>
                    <a:pt x="9915208" y="2921641"/>
                  </a:moveTo>
                  <a:cubicBezTo>
                    <a:pt x="10152698" y="2910211"/>
                    <a:pt x="10311448" y="2901321"/>
                    <a:pt x="10470198" y="2896241"/>
                  </a:cubicBezTo>
                  <a:cubicBezTo>
                    <a:pt x="10711498" y="2888621"/>
                    <a:pt x="10952798" y="2882271"/>
                    <a:pt x="11194098" y="2877191"/>
                  </a:cubicBezTo>
                  <a:cubicBezTo>
                    <a:pt x="11397298" y="2872111"/>
                    <a:pt x="11601768" y="2873381"/>
                    <a:pt x="11804968" y="2864491"/>
                  </a:cubicBezTo>
                  <a:cubicBezTo>
                    <a:pt x="11959908" y="2858141"/>
                    <a:pt x="12112308" y="2831471"/>
                    <a:pt x="12257088" y="2767971"/>
                  </a:cubicBezTo>
                  <a:cubicBezTo>
                    <a:pt x="12437428" y="2687961"/>
                    <a:pt x="12565698" y="2560961"/>
                    <a:pt x="12627929" y="2371731"/>
                  </a:cubicBezTo>
                  <a:cubicBezTo>
                    <a:pt x="12649518" y="2304421"/>
                    <a:pt x="12669839" y="2237111"/>
                    <a:pt x="12683808" y="2168531"/>
                  </a:cubicBezTo>
                  <a:cubicBezTo>
                    <a:pt x="12740958" y="1882781"/>
                    <a:pt x="12767629" y="1594491"/>
                    <a:pt x="12772708" y="1492891"/>
                  </a:cubicBezTo>
                  <a:cubicBezTo>
                    <a:pt x="12776518" y="1264291"/>
                    <a:pt x="12766358" y="1035691"/>
                    <a:pt x="12704129" y="813441"/>
                  </a:cubicBezTo>
                  <a:cubicBezTo>
                    <a:pt x="12612689" y="481971"/>
                    <a:pt x="12405678" y="269881"/>
                    <a:pt x="12058968" y="211461"/>
                  </a:cubicBezTo>
                  <a:cubicBezTo>
                    <a:pt x="11930698" y="189871"/>
                    <a:pt x="11801158" y="174631"/>
                    <a:pt x="11671618" y="160661"/>
                  </a:cubicBezTo>
                  <a:cubicBezTo>
                    <a:pt x="11267758" y="118751"/>
                    <a:pt x="10862628" y="97161"/>
                    <a:pt x="10457498" y="89541"/>
                  </a:cubicBezTo>
                  <a:cubicBezTo>
                    <a:pt x="10089198" y="81921"/>
                    <a:pt x="6647967" y="78111"/>
                    <a:pt x="2508344" y="85731"/>
                  </a:cubicBezTo>
                  <a:cubicBezTo>
                    <a:pt x="2110834" y="93351"/>
                    <a:pt x="1712054" y="116211"/>
                    <a:pt x="1314544" y="133991"/>
                  </a:cubicBezTo>
                  <a:cubicBezTo>
                    <a:pt x="1138014" y="141611"/>
                    <a:pt x="962754" y="155581"/>
                    <a:pt x="791304" y="198761"/>
                  </a:cubicBezTo>
                  <a:cubicBezTo>
                    <a:pt x="745584" y="210191"/>
                    <a:pt x="699864" y="221621"/>
                    <a:pt x="652874" y="225431"/>
                  </a:cubicBezTo>
                  <a:cubicBezTo>
                    <a:pt x="624934" y="227971"/>
                    <a:pt x="602074" y="236861"/>
                    <a:pt x="580484" y="252101"/>
                  </a:cubicBezTo>
                  <a:cubicBezTo>
                    <a:pt x="403954" y="371481"/>
                    <a:pt x="287114" y="535311"/>
                    <a:pt x="215994" y="733431"/>
                  </a:cubicBezTo>
                  <a:cubicBezTo>
                    <a:pt x="156304" y="902341"/>
                    <a:pt x="133444" y="1080141"/>
                    <a:pt x="116934" y="1257941"/>
                  </a:cubicBezTo>
                  <a:cubicBezTo>
                    <a:pt x="88994" y="1496701"/>
                    <a:pt x="81374" y="1671961"/>
                    <a:pt x="108044" y="1974221"/>
                  </a:cubicBezTo>
                  <a:cubicBezTo>
                    <a:pt x="130904" y="2235841"/>
                    <a:pt x="243934" y="2449201"/>
                    <a:pt x="457294" y="2606681"/>
                  </a:cubicBezTo>
                  <a:cubicBezTo>
                    <a:pt x="565244" y="2686691"/>
                    <a:pt x="687164" y="2736221"/>
                    <a:pt x="814164" y="2776861"/>
                  </a:cubicBezTo>
                  <a:cubicBezTo>
                    <a:pt x="1064354" y="2856871"/>
                    <a:pt x="1323434" y="2889891"/>
                    <a:pt x="1583784" y="2896241"/>
                  </a:cubicBezTo>
                  <a:cubicBezTo>
                    <a:pt x="2105754" y="2907671"/>
                    <a:pt x="2627724" y="2914021"/>
                    <a:pt x="9915208" y="2921641"/>
                  </a:cubicBezTo>
                  <a:close/>
                </a:path>
              </a:pathLst>
            </a:custGeom>
            <a:solidFill>
              <a:srgbClr val="C2738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9504553"/>
            <a:ext cx="18288000" cy="782447"/>
            <a:chOff x="0" y="0"/>
            <a:chExt cx="4816593" cy="2060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06076"/>
            </a:xfrm>
            <a:custGeom>
              <a:avLst/>
              <a:gdLst/>
              <a:ahLst/>
              <a:cxnLst/>
              <a:rect l="l" t="t" r="r" b="b"/>
              <a:pathLst>
                <a:path w="4816592" h="206076">
                  <a:moveTo>
                    <a:pt x="0" y="0"/>
                  </a:moveTo>
                  <a:lnTo>
                    <a:pt x="4816592" y="0"/>
                  </a:lnTo>
                  <a:lnTo>
                    <a:pt x="4816592" y="206076"/>
                  </a:lnTo>
                  <a:lnTo>
                    <a:pt x="0" y="206076"/>
                  </a:lnTo>
                  <a:close/>
                </a:path>
              </a:pathLst>
            </a:custGeom>
            <a:solidFill>
              <a:srgbClr val="025A4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244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22184" y="1312563"/>
            <a:ext cx="4018301" cy="3082326"/>
            <a:chOff x="0" y="0"/>
            <a:chExt cx="8278232" cy="6350000"/>
          </a:xfrm>
        </p:grpSpPr>
        <p:sp>
          <p:nvSpPr>
            <p:cNvPr id="8" name="Freeform 8"/>
            <p:cNvSpPr/>
            <p:nvPr/>
          </p:nvSpPr>
          <p:spPr>
            <a:xfrm>
              <a:off x="459354" y="3581400"/>
              <a:ext cx="7465818" cy="185420"/>
            </a:xfrm>
            <a:custGeom>
              <a:avLst/>
              <a:gdLst/>
              <a:ahLst/>
              <a:cxnLst/>
              <a:rect l="l" t="t" r="r" b="b"/>
              <a:pathLst>
                <a:path w="7465818" h="185420">
                  <a:moveTo>
                    <a:pt x="2926" y="182880"/>
                  </a:moveTo>
                  <a:cubicBezTo>
                    <a:pt x="-7234" y="149860"/>
                    <a:pt x="10546" y="132080"/>
                    <a:pt x="33406" y="125730"/>
                  </a:cubicBezTo>
                  <a:cubicBezTo>
                    <a:pt x="93096" y="110490"/>
                    <a:pt x="154056" y="97790"/>
                    <a:pt x="215016" y="88900"/>
                  </a:cubicBezTo>
                  <a:cubicBezTo>
                    <a:pt x="249306" y="83820"/>
                    <a:pt x="284866" y="86360"/>
                    <a:pt x="319156" y="83820"/>
                  </a:cubicBezTo>
                  <a:cubicBezTo>
                    <a:pt x="402976" y="77470"/>
                    <a:pt x="488066" y="69850"/>
                    <a:pt x="571886" y="64770"/>
                  </a:cubicBezTo>
                  <a:cubicBezTo>
                    <a:pt x="701426" y="55880"/>
                    <a:pt x="832236" y="49530"/>
                    <a:pt x="961776" y="41910"/>
                  </a:cubicBezTo>
                  <a:cubicBezTo>
                    <a:pt x="1091316" y="35560"/>
                    <a:pt x="1222126" y="29210"/>
                    <a:pt x="1351666" y="24130"/>
                  </a:cubicBezTo>
                  <a:cubicBezTo>
                    <a:pt x="1483746" y="19050"/>
                    <a:pt x="1615826" y="15240"/>
                    <a:pt x="1749176" y="11430"/>
                  </a:cubicBezTo>
                  <a:cubicBezTo>
                    <a:pt x="1881256" y="7620"/>
                    <a:pt x="2014606" y="5080"/>
                    <a:pt x="2146686" y="2540"/>
                  </a:cubicBezTo>
                  <a:cubicBezTo>
                    <a:pt x="2283846" y="0"/>
                    <a:pt x="2421006" y="0"/>
                    <a:pt x="3248743" y="0"/>
                  </a:cubicBezTo>
                  <a:cubicBezTo>
                    <a:pt x="4354503" y="0"/>
                    <a:pt x="4760718" y="1270"/>
                    <a:pt x="4897878" y="3810"/>
                  </a:cubicBezTo>
                  <a:cubicBezTo>
                    <a:pt x="5037578" y="6350"/>
                    <a:pt x="5177278" y="8890"/>
                    <a:pt x="5316978" y="12700"/>
                  </a:cubicBezTo>
                  <a:cubicBezTo>
                    <a:pt x="5457948" y="16510"/>
                    <a:pt x="5598918" y="20320"/>
                    <a:pt x="5738618" y="25400"/>
                  </a:cubicBezTo>
                  <a:cubicBezTo>
                    <a:pt x="5879588" y="30480"/>
                    <a:pt x="6019288" y="36830"/>
                    <a:pt x="6160257" y="41910"/>
                  </a:cubicBezTo>
                  <a:cubicBezTo>
                    <a:pt x="6296148" y="48260"/>
                    <a:pt x="6432038" y="53340"/>
                    <a:pt x="6567928" y="59690"/>
                  </a:cubicBezTo>
                  <a:cubicBezTo>
                    <a:pt x="6705088" y="66040"/>
                    <a:pt x="6842248" y="71120"/>
                    <a:pt x="6979407" y="80010"/>
                  </a:cubicBezTo>
                  <a:cubicBezTo>
                    <a:pt x="7131807" y="88900"/>
                    <a:pt x="7282938" y="101600"/>
                    <a:pt x="7435338" y="114300"/>
                  </a:cubicBezTo>
                  <a:cubicBezTo>
                    <a:pt x="7445498" y="115570"/>
                    <a:pt x="7455657" y="120650"/>
                    <a:pt x="7465818" y="123190"/>
                  </a:cubicBezTo>
                  <a:cubicBezTo>
                    <a:pt x="7465818" y="127000"/>
                    <a:pt x="7464548" y="130810"/>
                    <a:pt x="7464548" y="134620"/>
                  </a:cubicBezTo>
                  <a:cubicBezTo>
                    <a:pt x="7425178" y="139700"/>
                    <a:pt x="7385807" y="144780"/>
                    <a:pt x="7345168" y="148590"/>
                  </a:cubicBezTo>
                  <a:cubicBezTo>
                    <a:pt x="7301988" y="152400"/>
                    <a:pt x="7258807" y="154940"/>
                    <a:pt x="7215628" y="154940"/>
                  </a:cubicBezTo>
                  <a:cubicBezTo>
                    <a:pt x="7054338" y="156210"/>
                    <a:pt x="6891778" y="156210"/>
                    <a:pt x="6730488" y="154940"/>
                  </a:cubicBezTo>
                  <a:cubicBezTo>
                    <a:pt x="6592057" y="153670"/>
                    <a:pt x="6453628" y="149860"/>
                    <a:pt x="6315198" y="147320"/>
                  </a:cubicBezTo>
                  <a:cubicBezTo>
                    <a:pt x="6174228" y="144780"/>
                    <a:pt x="6033258" y="140970"/>
                    <a:pt x="5893558" y="137160"/>
                  </a:cubicBezTo>
                  <a:cubicBezTo>
                    <a:pt x="5755128" y="133350"/>
                    <a:pt x="5616698" y="129540"/>
                    <a:pt x="5478268" y="125730"/>
                  </a:cubicBezTo>
                  <a:cubicBezTo>
                    <a:pt x="5337298" y="121920"/>
                    <a:pt x="5196328" y="119380"/>
                    <a:pt x="5056628" y="118110"/>
                  </a:cubicBezTo>
                  <a:cubicBezTo>
                    <a:pt x="4920738" y="115570"/>
                    <a:pt x="4784848" y="113030"/>
                    <a:pt x="4559274" y="113030"/>
                  </a:cubicBezTo>
                  <a:cubicBezTo>
                    <a:pt x="3443274" y="111760"/>
                    <a:pt x="2443866" y="113030"/>
                    <a:pt x="2305436" y="114300"/>
                  </a:cubicBezTo>
                  <a:cubicBezTo>
                    <a:pt x="2177166" y="115570"/>
                    <a:pt x="2047626" y="118110"/>
                    <a:pt x="1919356" y="120650"/>
                  </a:cubicBezTo>
                  <a:cubicBezTo>
                    <a:pt x="1783466" y="123190"/>
                    <a:pt x="1647576" y="128270"/>
                    <a:pt x="1511686" y="132080"/>
                  </a:cubicBezTo>
                  <a:cubicBezTo>
                    <a:pt x="1380876" y="135890"/>
                    <a:pt x="1248796" y="140970"/>
                    <a:pt x="1117986" y="146050"/>
                  </a:cubicBezTo>
                  <a:cubicBezTo>
                    <a:pt x="988446" y="151130"/>
                    <a:pt x="857636" y="157480"/>
                    <a:pt x="728096" y="162560"/>
                  </a:cubicBezTo>
                  <a:cubicBezTo>
                    <a:pt x="596016" y="167640"/>
                    <a:pt x="463936" y="172720"/>
                    <a:pt x="330586" y="177800"/>
                  </a:cubicBezTo>
                  <a:cubicBezTo>
                    <a:pt x="235336" y="181610"/>
                    <a:pt x="141356" y="184150"/>
                    <a:pt x="46106" y="185420"/>
                  </a:cubicBezTo>
                  <a:cubicBezTo>
                    <a:pt x="32136" y="185420"/>
                    <a:pt x="16896" y="184150"/>
                    <a:pt x="2926" y="182880"/>
                  </a:cubicBezTo>
                  <a:close/>
                </a:path>
              </a:pathLst>
            </a:custGeom>
            <a:solidFill>
              <a:srgbClr val="C2738D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12144" y="2476466"/>
            <a:ext cx="4482940" cy="4482940"/>
          </a:xfrm>
          <a:custGeom>
            <a:avLst/>
            <a:gdLst/>
            <a:ahLst/>
            <a:cxnLst/>
            <a:rect l="l" t="t" r="r" b="b"/>
            <a:pathLst>
              <a:path w="4482940" h="4482940">
                <a:moveTo>
                  <a:pt x="0" y="0"/>
                </a:moveTo>
                <a:lnTo>
                  <a:pt x="4482940" y="0"/>
                </a:lnTo>
                <a:lnTo>
                  <a:pt x="4482940" y="4482940"/>
                </a:lnTo>
                <a:lnTo>
                  <a:pt x="0" y="448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135645" y="3943710"/>
            <a:ext cx="10152355" cy="1710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8"/>
              </a:lnSpc>
            </a:pPr>
            <a:r>
              <a:rPr lang="en-US" sz="6893" spc="-275">
                <a:solidFill>
                  <a:srgbClr val="025A40"/>
                </a:solidFill>
                <a:latin typeface="Kalam"/>
                <a:ea typeface="Kalam"/>
                <a:cs typeface="Kalam"/>
                <a:sym typeface="Kalam"/>
              </a:rPr>
              <a:t>AirAware</a:t>
            </a:r>
          </a:p>
          <a:p>
            <a:pPr marL="0" lvl="0" indent="0" algn="ctr">
              <a:lnSpc>
                <a:spcPts val="6548"/>
              </a:lnSpc>
            </a:pPr>
            <a:r>
              <a:rPr lang="en-US" sz="6893" spc="-275">
                <a:solidFill>
                  <a:srgbClr val="025A40"/>
                </a:solidFill>
                <a:latin typeface="Kalam"/>
                <a:ea typeface="Kalam"/>
                <a:cs typeface="Kalam"/>
                <a:sym typeface="Kalam"/>
              </a:rPr>
              <a:t>air quality prediction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69776" y="7513563"/>
            <a:ext cx="545539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rPr>
              <a:t>By Varshini Reddy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02069" y="2567976"/>
            <a:ext cx="552310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rPr>
              <a:t>Power Point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86" y="2050802"/>
            <a:ext cx="4919246" cy="4447304"/>
            <a:chOff x="0" y="0"/>
            <a:chExt cx="7002693" cy="6330869"/>
          </a:xfrm>
        </p:grpSpPr>
        <p:sp>
          <p:nvSpPr>
            <p:cNvPr id="3" name="Freeform 3"/>
            <p:cNvSpPr/>
            <p:nvPr/>
          </p:nvSpPr>
          <p:spPr>
            <a:xfrm>
              <a:off x="420113" y="889168"/>
              <a:ext cx="5984484" cy="4372930"/>
            </a:xfrm>
            <a:custGeom>
              <a:avLst/>
              <a:gdLst/>
              <a:ahLst/>
              <a:cxnLst/>
              <a:rect l="l" t="t" r="r" b="b"/>
              <a:pathLst>
                <a:path w="5984484" h="4372930">
                  <a:moveTo>
                    <a:pt x="52327" y="4284731"/>
                  </a:moveTo>
                  <a:cubicBezTo>
                    <a:pt x="1527" y="3809751"/>
                    <a:pt x="-16253" y="3346282"/>
                    <a:pt x="16767" y="2866222"/>
                  </a:cubicBezTo>
                  <a:cubicBezTo>
                    <a:pt x="47247" y="2122002"/>
                    <a:pt x="169167" y="1367622"/>
                    <a:pt x="545087" y="713572"/>
                  </a:cubicBezTo>
                  <a:cubicBezTo>
                    <a:pt x="852427" y="158582"/>
                    <a:pt x="1088647" y="72222"/>
                    <a:pt x="1703327" y="17612"/>
                  </a:cubicBezTo>
                  <a:cubicBezTo>
                    <a:pt x="3403770" y="-20488"/>
                    <a:pt x="4758860" y="-81448"/>
                    <a:pt x="5452280" y="854542"/>
                  </a:cubicBezTo>
                  <a:cubicBezTo>
                    <a:pt x="5680880" y="1198712"/>
                    <a:pt x="5776130" y="1611462"/>
                    <a:pt x="5873921" y="2007702"/>
                  </a:cubicBezTo>
                  <a:cubicBezTo>
                    <a:pt x="6014890" y="2544912"/>
                    <a:pt x="6002190" y="3101172"/>
                    <a:pt x="5939960" y="3633237"/>
                  </a:cubicBezTo>
                  <a:cubicBezTo>
                    <a:pt x="5928530" y="3762761"/>
                    <a:pt x="5918371" y="3896111"/>
                    <a:pt x="5905671" y="4029461"/>
                  </a:cubicBezTo>
                  <a:cubicBezTo>
                    <a:pt x="5879001" y="4139951"/>
                    <a:pt x="5918371" y="4344421"/>
                    <a:pt x="5764701" y="4358392"/>
                  </a:cubicBezTo>
                  <a:cubicBezTo>
                    <a:pt x="5350680" y="4397761"/>
                    <a:pt x="4932851" y="4344421"/>
                    <a:pt x="4517560" y="4346961"/>
                  </a:cubicBezTo>
                  <a:cubicBezTo>
                    <a:pt x="3980351" y="4336801"/>
                    <a:pt x="3443140" y="4330451"/>
                    <a:pt x="2253237" y="4327911"/>
                  </a:cubicBezTo>
                  <a:cubicBezTo>
                    <a:pt x="1830327" y="4324101"/>
                    <a:pt x="1408687" y="4329181"/>
                    <a:pt x="985777" y="4331721"/>
                  </a:cubicBezTo>
                  <a:cubicBezTo>
                    <a:pt x="677167" y="4322831"/>
                    <a:pt x="354587" y="4367281"/>
                    <a:pt x="52327" y="4284731"/>
                  </a:cubicBezTo>
                  <a:close/>
                  <a:moveTo>
                    <a:pt x="146307" y="4250442"/>
                  </a:moveTo>
                  <a:cubicBezTo>
                    <a:pt x="1784607" y="4200912"/>
                    <a:pt x="4078141" y="4252982"/>
                    <a:pt x="5715171" y="4307592"/>
                  </a:cubicBezTo>
                  <a:cubicBezTo>
                    <a:pt x="5795180" y="4308862"/>
                    <a:pt x="5816771" y="4292351"/>
                    <a:pt x="5825660" y="4217421"/>
                  </a:cubicBezTo>
                  <a:cubicBezTo>
                    <a:pt x="5845980" y="4028192"/>
                    <a:pt x="5856141" y="3838962"/>
                    <a:pt x="5867571" y="3652197"/>
                  </a:cubicBezTo>
                  <a:cubicBezTo>
                    <a:pt x="5887891" y="3356442"/>
                    <a:pt x="5922180" y="3041482"/>
                    <a:pt x="5906941" y="2727792"/>
                  </a:cubicBezTo>
                  <a:cubicBezTo>
                    <a:pt x="5880271" y="2295992"/>
                    <a:pt x="5774860" y="1876892"/>
                    <a:pt x="5649130" y="1464142"/>
                  </a:cubicBezTo>
                  <a:cubicBezTo>
                    <a:pt x="5543721" y="1158072"/>
                    <a:pt x="5412910" y="843112"/>
                    <a:pt x="5156371" y="633562"/>
                  </a:cubicBezTo>
                  <a:cubicBezTo>
                    <a:pt x="4655991" y="230972"/>
                    <a:pt x="3991780" y="110322"/>
                    <a:pt x="3365671" y="73492"/>
                  </a:cubicBezTo>
                  <a:cubicBezTo>
                    <a:pt x="2377763" y="60792"/>
                    <a:pt x="1973837" y="73492"/>
                    <a:pt x="1608077" y="111592"/>
                  </a:cubicBezTo>
                  <a:cubicBezTo>
                    <a:pt x="1326137" y="140802"/>
                    <a:pt x="1014987" y="189062"/>
                    <a:pt x="837187" y="434172"/>
                  </a:cubicBezTo>
                  <a:cubicBezTo>
                    <a:pt x="366017" y="1065362"/>
                    <a:pt x="151387" y="1854032"/>
                    <a:pt x="113287" y="2632542"/>
                  </a:cubicBezTo>
                  <a:cubicBezTo>
                    <a:pt x="65027" y="3177372"/>
                    <a:pt x="71377" y="3706881"/>
                    <a:pt x="146307" y="4250442"/>
                  </a:cubicBezTo>
                  <a:close/>
                </a:path>
              </a:pathLst>
            </a:custGeom>
            <a:solidFill>
              <a:srgbClr val="C2738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584795" y="2792420"/>
            <a:ext cx="4876104" cy="2903813"/>
            <a:chOff x="0" y="0"/>
            <a:chExt cx="5271770" cy="3139440"/>
          </a:xfrm>
        </p:grpSpPr>
        <p:sp>
          <p:nvSpPr>
            <p:cNvPr id="5" name="Freeform 5"/>
            <p:cNvSpPr/>
            <p:nvPr/>
          </p:nvSpPr>
          <p:spPr>
            <a:xfrm>
              <a:off x="-5973" y="0"/>
              <a:ext cx="5279999" cy="3146127"/>
            </a:xfrm>
            <a:custGeom>
              <a:avLst/>
              <a:gdLst/>
              <a:ahLst/>
              <a:cxnLst/>
              <a:rect l="l" t="t" r="r" b="b"/>
              <a:pathLst>
                <a:path w="5279999" h="3146127">
                  <a:moveTo>
                    <a:pt x="699393" y="1638300"/>
                  </a:moveTo>
                  <a:cubicBezTo>
                    <a:pt x="152023" y="1469390"/>
                    <a:pt x="373003" y="716280"/>
                    <a:pt x="881003" y="702310"/>
                  </a:cubicBezTo>
                  <a:cubicBezTo>
                    <a:pt x="1041023" y="692150"/>
                    <a:pt x="1201043" y="699770"/>
                    <a:pt x="1363603" y="699770"/>
                  </a:cubicBezTo>
                  <a:cubicBezTo>
                    <a:pt x="1165483" y="454660"/>
                    <a:pt x="1466473" y="179070"/>
                    <a:pt x="1622683" y="134620"/>
                  </a:cubicBezTo>
                  <a:cubicBezTo>
                    <a:pt x="1975743" y="-21590"/>
                    <a:pt x="2883793" y="3810"/>
                    <a:pt x="2883793" y="0"/>
                  </a:cubicBezTo>
                  <a:cubicBezTo>
                    <a:pt x="2883793" y="3810"/>
                    <a:pt x="3081913" y="6350"/>
                    <a:pt x="3370203" y="20320"/>
                  </a:cubicBezTo>
                  <a:cubicBezTo>
                    <a:pt x="3563243" y="29210"/>
                    <a:pt x="3755013" y="50800"/>
                    <a:pt x="3946783" y="71120"/>
                  </a:cubicBezTo>
                  <a:cubicBezTo>
                    <a:pt x="4021713" y="78740"/>
                    <a:pt x="4105533" y="91440"/>
                    <a:pt x="4193163" y="147320"/>
                  </a:cubicBezTo>
                  <a:cubicBezTo>
                    <a:pt x="4372233" y="240030"/>
                    <a:pt x="4467483" y="511810"/>
                    <a:pt x="4323973" y="701040"/>
                  </a:cubicBezTo>
                  <a:cubicBezTo>
                    <a:pt x="4798953" y="633730"/>
                    <a:pt x="5103753" y="1245870"/>
                    <a:pt x="4736723" y="1604010"/>
                  </a:cubicBezTo>
                  <a:cubicBezTo>
                    <a:pt x="5132963" y="1746250"/>
                    <a:pt x="5386963" y="2166620"/>
                    <a:pt x="5235833" y="2557780"/>
                  </a:cubicBezTo>
                  <a:cubicBezTo>
                    <a:pt x="5174873" y="2771140"/>
                    <a:pt x="4924683" y="3058160"/>
                    <a:pt x="4513203" y="3089910"/>
                  </a:cubicBezTo>
                  <a:cubicBezTo>
                    <a:pt x="3635633" y="3194050"/>
                    <a:pt x="2883793" y="3117850"/>
                    <a:pt x="2311023" y="3136900"/>
                  </a:cubicBezTo>
                  <a:cubicBezTo>
                    <a:pt x="1805563" y="3135630"/>
                    <a:pt x="1300103" y="3130550"/>
                    <a:pt x="794643" y="3128010"/>
                  </a:cubicBezTo>
                  <a:cubicBezTo>
                    <a:pt x="601603" y="3124200"/>
                    <a:pt x="425073" y="3106420"/>
                    <a:pt x="252353" y="2999740"/>
                  </a:cubicBezTo>
                  <a:cubicBezTo>
                    <a:pt x="-119757" y="2683510"/>
                    <a:pt x="-42287" y="2160270"/>
                    <a:pt x="238383" y="1870710"/>
                  </a:cubicBezTo>
                  <a:cubicBezTo>
                    <a:pt x="447933" y="1704340"/>
                    <a:pt x="539373" y="1684020"/>
                    <a:pt x="699393" y="1638300"/>
                  </a:cubicBezTo>
                  <a:close/>
                  <a:moveTo>
                    <a:pt x="2666623" y="3014980"/>
                  </a:moveTo>
                  <a:cubicBezTo>
                    <a:pt x="2892683" y="2974340"/>
                    <a:pt x="4415413" y="3144520"/>
                    <a:pt x="4917063" y="2807970"/>
                  </a:cubicBezTo>
                  <a:cubicBezTo>
                    <a:pt x="5172333" y="2576830"/>
                    <a:pt x="5244723" y="2151380"/>
                    <a:pt x="4955163" y="1858010"/>
                  </a:cubicBezTo>
                  <a:cubicBezTo>
                    <a:pt x="4900553" y="1813560"/>
                    <a:pt x="4774823" y="1739900"/>
                    <a:pt x="4619883" y="1701800"/>
                  </a:cubicBezTo>
                  <a:cubicBezTo>
                    <a:pt x="4569083" y="1689100"/>
                    <a:pt x="4508123" y="1678940"/>
                    <a:pt x="4503043" y="1651000"/>
                  </a:cubicBezTo>
                  <a:cubicBezTo>
                    <a:pt x="4497963" y="1621790"/>
                    <a:pt x="4556383" y="1602740"/>
                    <a:pt x="4619883" y="1548130"/>
                  </a:cubicBezTo>
                  <a:cubicBezTo>
                    <a:pt x="4782443" y="1428750"/>
                    <a:pt x="4830703" y="1169670"/>
                    <a:pt x="4730373" y="1018540"/>
                  </a:cubicBezTo>
                  <a:cubicBezTo>
                    <a:pt x="4633853" y="830580"/>
                    <a:pt x="4464943" y="806450"/>
                    <a:pt x="4169033" y="798830"/>
                  </a:cubicBezTo>
                  <a:cubicBezTo>
                    <a:pt x="3974723" y="777240"/>
                    <a:pt x="4382393" y="713740"/>
                    <a:pt x="4279523" y="420370"/>
                  </a:cubicBezTo>
                  <a:cubicBezTo>
                    <a:pt x="4217293" y="215900"/>
                    <a:pt x="3917573" y="153670"/>
                    <a:pt x="3808353" y="154940"/>
                  </a:cubicBezTo>
                  <a:cubicBezTo>
                    <a:pt x="3090803" y="85090"/>
                    <a:pt x="2648843" y="80010"/>
                    <a:pt x="1943993" y="153670"/>
                  </a:cubicBezTo>
                  <a:cubicBezTo>
                    <a:pt x="1810643" y="182880"/>
                    <a:pt x="1453773" y="264160"/>
                    <a:pt x="1420753" y="452120"/>
                  </a:cubicBezTo>
                  <a:cubicBezTo>
                    <a:pt x="1411863" y="504190"/>
                    <a:pt x="1438533" y="642620"/>
                    <a:pt x="1512193" y="671830"/>
                  </a:cubicBezTo>
                  <a:cubicBezTo>
                    <a:pt x="1532513" y="679450"/>
                    <a:pt x="1561723" y="681990"/>
                    <a:pt x="1580773" y="707390"/>
                  </a:cubicBezTo>
                  <a:cubicBezTo>
                    <a:pt x="1593473" y="726440"/>
                    <a:pt x="1598553" y="754380"/>
                    <a:pt x="1588393" y="774700"/>
                  </a:cubicBezTo>
                  <a:cubicBezTo>
                    <a:pt x="1569343" y="810260"/>
                    <a:pt x="1505843" y="811530"/>
                    <a:pt x="1475363" y="812800"/>
                  </a:cubicBezTo>
                  <a:cubicBezTo>
                    <a:pt x="1179453" y="815340"/>
                    <a:pt x="933073" y="778510"/>
                    <a:pt x="722253" y="867410"/>
                  </a:cubicBezTo>
                  <a:cubicBezTo>
                    <a:pt x="691773" y="880110"/>
                    <a:pt x="676533" y="890270"/>
                    <a:pt x="671453" y="892810"/>
                  </a:cubicBezTo>
                  <a:cubicBezTo>
                    <a:pt x="535563" y="977900"/>
                    <a:pt x="440313" y="1188720"/>
                    <a:pt x="513973" y="1346200"/>
                  </a:cubicBezTo>
                  <a:cubicBezTo>
                    <a:pt x="545723" y="1412240"/>
                    <a:pt x="604143" y="1471930"/>
                    <a:pt x="699393" y="1512570"/>
                  </a:cubicBezTo>
                  <a:cubicBezTo>
                    <a:pt x="741303" y="1525270"/>
                    <a:pt x="823853" y="1539240"/>
                    <a:pt x="1004193" y="1572260"/>
                  </a:cubicBezTo>
                  <a:cubicBezTo>
                    <a:pt x="1128653" y="1605280"/>
                    <a:pt x="1074043" y="1756410"/>
                    <a:pt x="931803" y="1725930"/>
                  </a:cubicBezTo>
                  <a:cubicBezTo>
                    <a:pt x="639703" y="1699260"/>
                    <a:pt x="193933" y="1941830"/>
                    <a:pt x="160913" y="2273300"/>
                  </a:cubicBezTo>
                  <a:cubicBezTo>
                    <a:pt x="102493" y="2620010"/>
                    <a:pt x="143133" y="2832100"/>
                    <a:pt x="435233" y="2943860"/>
                  </a:cubicBezTo>
                  <a:cubicBezTo>
                    <a:pt x="543183" y="2980690"/>
                    <a:pt x="654943" y="2994660"/>
                    <a:pt x="766703" y="2997200"/>
                  </a:cubicBezTo>
                  <a:cubicBezTo>
                    <a:pt x="1402973" y="3017520"/>
                    <a:pt x="2032893" y="3017520"/>
                    <a:pt x="2666623" y="3014980"/>
                  </a:cubicBezTo>
                  <a:close/>
                </a:path>
              </a:pathLst>
            </a:custGeom>
            <a:solidFill>
              <a:srgbClr val="DB936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66131" y="2362514"/>
            <a:ext cx="4894871" cy="3763627"/>
            <a:chOff x="0" y="0"/>
            <a:chExt cx="7994362" cy="6146800"/>
          </a:xfrm>
        </p:grpSpPr>
        <p:sp>
          <p:nvSpPr>
            <p:cNvPr id="7" name="Freeform 7"/>
            <p:cNvSpPr/>
            <p:nvPr/>
          </p:nvSpPr>
          <p:spPr>
            <a:xfrm>
              <a:off x="520643" y="862675"/>
              <a:ext cx="7067091" cy="4616877"/>
            </a:xfrm>
            <a:custGeom>
              <a:avLst/>
              <a:gdLst/>
              <a:ahLst/>
              <a:cxnLst/>
              <a:rect l="l" t="t" r="r" b="b"/>
              <a:pathLst>
                <a:path w="7067091" h="4616877">
                  <a:moveTo>
                    <a:pt x="562667" y="2115475"/>
                  </a:moveTo>
                  <a:cubicBezTo>
                    <a:pt x="154997" y="1781465"/>
                    <a:pt x="223577" y="1088045"/>
                    <a:pt x="144837" y="606715"/>
                  </a:cubicBezTo>
                  <a:cubicBezTo>
                    <a:pt x="139757" y="446695"/>
                    <a:pt x="108007" y="279055"/>
                    <a:pt x="157537" y="124115"/>
                  </a:cubicBezTo>
                  <a:cubicBezTo>
                    <a:pt x="190557" y="55535"/>
                    <a:pt x="476307" y="64425"/>
                    <a:pt x="557587" y="47915"/>
                  </a:cubicBezTo>
                  <a:cubicBezTo>
                    <a:pt x="2046027" y="46645"/>
                    <a:pt x="5178829" y="37755"/>
                    <a:pt x="6667269" y="2195"/>
                  </a:cubicBezTo>
                  <a:cubicBezTo>
                    <a:pt x="6940319" y="-7965"/>
                    <a:pt x="6906029" y="7275"/>
                    <a:pt x="6922539" y="266355"/>
                  </a:cubicBezTo>
                  <a:cubicBezTo>
                    <a:pt x="6919999" y="746415"/>
                    <a:pt x="7007629" y="1801785"/>
                    <a:pt x="6601229" y="2110395"/>
                  </a:cubicBezTo>
                  <a:cubicBezTo>
                    <a:pt x="6994929" y="2257715"/>
                    <a:pt x="6925079" y="2739045"/>
                    <a:pt x="6997469" y="3078135"/>
                  </a:cubicBezTo>
                  <a:cubicBezTo>
                    <a:pt x="7024139" y="3277525"/>
                    <a:pt x="7166379" y="4641505"/>
                    <a:pt x="6945400" y="4607215"/>
                  </a:cubicBezTo>
                  <a:cubicBezTo>
                    <a:pt x="5525539" y="4574195"/>
                    <a:pt x="2461317" y="4614835"/>
                    <a:pt x="1041457" y="4616105"/>
                  </a:cubicBezTo>
                  <a:cubicBezTo>
                    <a:pt x="715067" y="4623725"/>
                    <a:pt x="391217" y="4572925"/>
                    <a:pt x="67367" y="4552605"/>
                  </a:cubicBezTo>
                  <a:cubicBezTo>
                    <a:pt x="38157" y="4556415"/>
                    <a:pt x="8947" y="4539905"/>
                    <a:pt x="1327" y="4510695"/>
                  </a:cubicBezTo>
                  <a:cubicBezTo>
                    <a:pt x="-8833" y="4067465"/>
                    <a:pt x="41967" y="3620425"/>
                    <a:pt x="64827" y="3380395"/>
                  </a:cubicBezTo>
                  <a:cubicBezTo>
                    <a:pt x="143567" y="2962565"/>
                    <a:pt x="-27883" y="2170085"/>
                    <a:pt x="562667" y="2115475"/>
                  </a:cubicBezTo>
                  <a:close/>
                  <a:moveTo>
                    <a:pt x="118167" y="4468785"/>
                  </a:moveTo>
                  <a:cubicBezTo>
                    <a:pt x="1813617" y="4576735"/>
                    <a:pt x="5162319" y="4401475"/>
                    <a:pt x="6855229" y="4546255"/>
                  </a:cubicBezTo>
                  <a:cubicBezTo>
                    <a:pt x="6946669" y="4551335"/>
                    <a:pt x="6949210" y="4463705"/>
                    <a:pt x="6955560" y="4397665"/>
                  </a:cubicBezTo>
                  <a:cubicBezTo>
                    <a:pt x="6983499" y="3841405"/>
                    <a:pt x="6945399" y="3422305"/>
                    <a:pt x="6875549" y="2934625"/>
                  </a:cubicBezTo>
                  <a:cubicBezTo>
                    <a:pt x="6851419" y="2721265"/>
                    <a:pt x="6836179" y="2495205"/>
                    <a:pt x="6725689" y="2304705"/>
                  </a:cubicBezTo>
                  <a:cubicBezTo>
                    <a:pt x="6676160" y="2224695"/>
                    <a:pt x="6572019" y="2222155"/>
                    <a:pt x="6488199" y="2205645"/>
                  </a:cubicBezTo>
                  <a:cubicBezTo>
                    <a:pt x="6414539" y="2201835"/>
                    <a:pt x="6406919" y="2123095"/>
                    <a:pt x="6467879" y="2090075"/>
                  </a:cubicBezTo>
                  <a:cubicBezTo>
                    <a:pt x="6718069" y="1938945"/>
                    <a:pt x="6742199" y="1627795"/>
                    <a:pt x="6772679" y="1364905"/>
                  </a:cubicBezTo>
                  <a:cubicBezTo>
                    <a:pt x="6808239" y="936915"/>
                    <a:pt x="6808239" y="506385"/>
                    <a:pt x="6803160" y="77125"/>
                  </a:cubicBezTo>
                  <a:cubicBezTo>
                    <a:pt x="5159779" y="133005"/>
                    <a:pt x="1873307" y="157135"/>
                    <a:pt x="228657" y="155865"/>
                  </a:cubicBezTo>
                  <a:cubicBezTo>
                    <a:pt x="252787" y="508925"/>
                    <a:pt x="284537" y="850555"/>
                    <a:pt x="327717" y="1199805"/>
                  </a:cubicBezTo>
                  <a:cubicBezTo>
                    <a:pt x="373437" y="1535085"/>
                    <a:pt x="402647" y="1922435"/>
                    <a:pt x="729037" y="2110395"/>
                  </a:cubicBezTo>
                  <a:cubicBezTo>
                    <a:pt x="854767" y="2260255"/>
                    <a:pt x="414077" y="2120555"/>
                    <a:pt x="313747" y="2365665"/>
                  </a:cubicBezTo>
                  <a:cubicBezTo>
                    <a:pt x="201987" y="2610775"/>
                    <a:pt x="228657" y="2895255"/>
                    <a:pt x="195637" y="3159415"/>
                  </a:cubicBezTo>
                  <a:cubicBezTo>
                    <a:pt x="168967" y="3461675"/>
                    <a:pt x="121977" y="3960785"/>
                    <a:pt x="118167" y="4468785"/>
                  </a:cubicBezTo>
                  <a:close/>
                </a:path>
              </a:pathLst>
            </a:custGeom>
            <a:solidFill>
              <a:srgbClr val="863E3E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92813">
            <a:off x="1413762" y="5188646"/>
            <a:ext cx="4832063" cy="5225348"/>
            <a:chOff x="0" y="0"/>
            <a:chExt cx="5979160" cy="6465808"/>
          </a:xfrm>
        </p:grpSpPr>
        <p:sp>
          <p:nvSpPr>
            <p:cNvPr id="9" name="Freeform 9"/>
            <p:cNvSpPr/>
            <p:nvPr/>
          </p:nvSpPr>
          <p:spPr>
            <a:xfrm>
              <a:off x="1372558" y="368792"/>
              <a:ext cx="3483131" cy="5409749"/>
            </a:xfrm>
            <a:custGeom>
              <a:avLst/>
              <a:gdLst/>
              <a:ahLst/>
              <a:cxnLst/>
              <a:rect l="l" t="t" r="r" b="b"/>
              <a:pathLst>
                <a:path w="3483131" h="5409749">
                  <a:moveTo>
                    <a:pt x="2993702" y="1186958"/>
                  </a:moveTo>
                  <a:cubicBezTo>
                    <a:pt x="3219762" y="1211088"/>
                    <a:pt x="3415342" y="1377458"/>
                    <a:pt x="3428042" y="1611138"/>
                  </a:cubicBezTo>
                  <a:cubicBezTo>
                    <a:pt x="3472492" y="2092354"/>
                    <a:pt x="3623622" y="3111246"/>
                    <a:pt x="3106732" y="3343657"/>
                  </a:cubicBezTo>
                  <a:cubicBezTo>
                    <a:pt x="3477572" y="3517646"/>
                    <a:pt x="3440742" y="3967227"/>
                    <a:pt x="3433122" y="4312666"/>
                  </a:cubicBezTo>
                  <a:cubicBezTo>
                    <a:pt x="3400102" y="4663187"/>
                    <a:pt x="3511862" y="5270247"/>
                    <a:pt x="3031802" y="5328666"/>
                  </a:cubicBezTo>
                  <a:cubicBezTo>
                    <a:pt x="1968812" y="5453127"/>
                    <a:pt x="1267772" y="5348987"/>
                    <a:pt x="203512" y="5407407"/>
                  </a:cubicBezTo>
                  <a:cubicBezTo>
                    <a:pt x="56192" y="5418837"/>
                    <a:pt x="16822" y="5392166"/>
                    <a:pt x="9202" y="5243577"/>
                  </a:cubicBezTo>
                  <a:cubicBezTo>
                    <a:pt x="1582" y="5100066"/>
                    <a:pt x="-958" y="4956557"/>
                    <a:pt x="312" y="4813046"/>
                  </a:cubicBezTo>
                  <a:cubicBezTo>
                    <a:pt x="312" y="3318257"/>
                    <a:pt x="62542" y="1705118"/>
                    <a:pt x="132392" y="215408"/>
                  </a:cubicBezTo>
                  <a:cubicBezTo>
                    <a:pt x="159062" y="64278"/>
                    <a:pt x="367342" y="107458"/>
                    <a:pt x="479102" y="75708"/>
                  </a:cubicBezTo>
                  <a:cubicBezTo>
                    <a:pt x="1263962" y="-20812"/>
                    <a:pt x="1680522" y="-18272"/>
                    <a:pt x="2466652" y="45228"/>
                  </a:cubicBezTo>
                  <a:cubicBezTo>
                    <a:pt x="2734622" y="68088"/>
                    <a:pt x="3151182" y="90948"/>
                    <a:pt x="3166422" y="440198"/>
                  </a:cubicBezTo>
                  <a:cubicBezTo>
                    <a:pt x="3185472" y="701818"/>
                    <a:pt x="3154992" y="972328"/>
                    <a:pt x="2993702" y="1186958"/>
                  </a:cubicBezTo>
                  <a:close/>
                  <a:moveTo>
                    <a:pt x="128582" y="2953766"/>
                  </a:moveTo>
                  <a:cubicBezTo>
                    <a:pt x="117152" y="3811016"/>
                    <a:pt x="103182" y="4452366"/>
                    <a:pt x="106992" y="5247387"/>
                  </a:cubicBezTo>
                  <a:cubicBezTo>
                    <a:pt x="106992" y="5319777"/>
                    <a:pt x="114612" y="5323587"/>
                    <a:pt x="187002" y="5319777"/>
                  </a:cubicBezTo>
                  <a:cubicBezTo>
                    <a:pt x="296222" y="5313427"/>
                    <a:pt x="406712" y="5303266"/>
                    <a:pt x="515932" y="5301996"/>
                  </a:cubicBezTo>
                  <a:cubicBezTo>
                    <a:pt x="1402392" y="5308346"/>
                    <a:pt x="2062792" y="5335016"/>
                    <a:pt x="3016562" y="5242307"/>
                  </a:cubicBezTo>
                  <a:cubicBezTo>
                    <a:pt x="3250242" y="5232146"/>
                    <a:pt x="3325172" y="5007357"/>
                    <a:pt x="3332792" y="4804157"/>
                  </a:cubicBezTo>
                  <a:cubicBezTo>
                    <a:pt x="3344222" y="4583177"/>
                    <a:pt x="3355652" y="4360927"/>
                    <a:pt x="3359462" y="4138677"/>
                  </a:cubicBezTo>
                  <a:cubicBezTo>
                    <a:pt x="3359462" y="3859277"/>
                    <a:pt x="3354382" y="3508757"/>
                    <a:pt x="3034342" y="3409696"/>
                  </a:cubicBezTo>
                  <a:cubicBezTo>
                    <a:pt x="3006402" y="3402077"/>
                    <a:pt x="2979732" y="3370327"/>
                    <a:pt x="2970842" y="3344927"/>
                  </a:cubicBezTo>
                  <a:cubicBezTo>
                    <a:pt x="3002592" y="3214116"/>
                    <a:pt x="3293422" y="3271266"/>
                    <a:pt x="3349302" y="2854707"/>
                  </a:cubicBezTo>
                  <a:cubicBezTo>
                    <a:pt x="3410262" y="2431893"/>
                    <a:pt x="3388672" y="1966738"/>
                    <a:pt x="3332792" y="1581928"/>
                  </a:cubicBezTo>
                  <a:cubicBezTo>
                    <a:pt x="3313742" y="1443498"/>
                    <a:pt x="3235002" y="1348248"/>
                    <a:pt x="3102922" y="1301258"/>
                  </a:cubicBezTo>
                  <a:cubicBezTo>
                    <a:pt x="2993702" y="1268238"/>
                    <a:pt x="2809552" y="1272048"/>
                    <a:pt x="2936552" y="1119648"/>
                  </a:cubicBezTo>
                  <a:cubicBezTo>
                    <a:pt x="3096572" y="954548"/>
                    <a:pt x="3200712" y="289068"/>
                    <a:pt x="2913692" y="217948"/>
                  </a:cubicBezTo>
                  <a:cubicBezTo>
                    <a:pt x="2762562" y="158258"/>
                    <a:pt x="2598732" y="143018"/>
                    <a:pt x="2438712" y="132858"/>
                  </a:cubicBezTo>
                  <a:cubicBezTo>
                    <a:pt x="1935792" y="103648"/>
                    <a:pt x="1431602" y="74438"/>
                    <a:pt x="1298252" y="96028"/>
                  </a:cubicBezTo>
                  <a:cubicBezTo>
                    <a:pt x="954082" y="115078"/>
                    <a:pt x="609912" y="145558"/>
                    <a:pt x="269552" y="196358"/>
                  </a:cubicBezTo>
                  <a:cubicBezTo>
                    <a:pt x="235262" y="201438"/>
                    <a:pt x="220022" y="217948"/>
                    <a:pt x="217482" y="253508"/>
                  </a:cubicBezTo>
                  <a:cubicBezTo>
                    <a:pt x="200972" y="419878"/>
                    <a:pt x="161602" y="584978"/>
                    <a:pt x="188272" y="752618"/>
                  </a:cubicBezTo>
                  <a:cubicBezTo>
                    <a:pt x="218752" y="1406668"/>
                    <a:pt x="153982" y="2278403"/>
                    <a:pt x="128582" y="2953766"/>
                  </a:cubicBezTo>
                  <a:close/>
                </a:path>
              </a:pathLst>
            </a:custGeom>
            <a:solidFill>
              <a:srgbClr val="F6DB86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506736" y="4649407"/>
            <a:ext cx="5604165" cy="5246370"/>
            <a:chOff x="0" y="0"/>
            <a:chExt cx="6783061" cy="6350000"/>
          </a:xfrm>
        </p:grpSpPr>
        <p:sp>
          <p:nvSpPr>
            <p:cNvPr id="11" name="Freeform 11"/>
            <p:cNvSpPr/>
            <p:nvPr/>
          </p:nvSpPr>
          <p:spPr>
            <a:xfrm>
              <a:off x="278535" y="1683664"/>
              <a:ext cx="6321976" cy="3571692"/>
            </a:xfrm>
            <a:custGeom>
              <a:avLst/>
              <a:gdLst/>
              <a:ahLst/>
              <a:cxnLst/>
              <a:rect l="l" t="t" r="r" b="b"/>
              <a:pathLst>
                <a:path w="6321976" h="3571692">
                  <a:moveTo>
                    <a:pt x="933045" y="749656"/>
                  </a:moveTo>
                  <a:cubicBezTo>
                    <a:pt x="765405" y="-258724"/>
                    <a:pt x="5005926" y="-218084"/>
                    <a:pt x="5131656" y="681076"/>
                  </a:cubicBezTo>
                  <a:cubicBezTo>
                    <a:pt x="5140546" y="736956"/>
                    <a:pt x="5280246" y="707746"/>
                    <a:pt x="5331046" y="725526"/>
                  </a:cubicBezTo>
                  <a:cubicBezTo>
                    <a:pt x="5882226" y="811886"/>
                    <a:pt x="6109556" y="1488796"/>
                    <a:pt x="5955886" y="1973936"/>
                  </a:cubicBezTo>
                  <a:cubicBezTo>
                    <a:pt x="5949536" y="1994256"/>
                    <a:pt x="5948266" y="2006956"/>
                    <a:pt x="5972396" y="2017116"/>
                  </a:cubicBezTo>
                  <a:cubicBezTo>
                    <a:pt x="6376256" y="2172056"/>
                    <a:pt x="6354666" y="2680056"/>
                    <a:pt x="6275926" y="3033116"/>
                  </a:cubicBezTo>
                  <a:cubicBezTo>
                    <a:pt x="6228936" y="3245206"/>
                    <a:pt x="6011766" y="3384906"/>
                    <a:pt x="5830156" y="3444596"/>
                  </a:cubicBezTo>
                  <a:cubicBezTo>
                    <a:pt x="5760306" y="3467456"/>
                    <a:pt x="5722206" y="3466186"/>
                    <a:pt x="5441536" y="3480156"/>
                  </a:cubicBezTo>
                  <a:cubicBezTo>
                    <a:pt x="5087206" y="3497936"/>
                    <a:pt x="5098636" y="3503016"/>
                    <a:pt x="4942426" y="3508096"/>
                  </a:cubicBezTo>
                  <a:cubicBezTo>
                    <a:pt x="1830935" y="3610966"/>
                    <a:pt x="353925" y="3666846"/>
                    <a:pt x="54205" y="3038196"/>
                  </a:cubicBezTo>
                  <a:cubicBezTo>
                    <a:pt x="-14375" y="2894686"/>
                    <a:pt x="-62635" y="2629256"/>
                    <a:pt x="198985" y="2144116"/>
                  </a:cubicBezTo>
                  <a:cubicBezTo>
                    <a:pt x="-57555" y="1525626"/>
                    <a:pt x="164695" y="796646"/>
                    <a:pt x="933045" y="749656"/>
                  </a:cubicBezTo>
                  <a:close/>
                  <a:moveTo>
                    <a:pt x="5028786" y="714096"/>
                  </a:moveTo>
                  <a:cubicBezTo>
                    <a:pt x="4905596" y="-98704"/>
                    <a:pt x="1002895" y="-120294"/>
                    <a:pt x="1039725" y="715366"/>
                  </a:cubicBezTo>
                  <a:cubicBezTo>
                    <a:pt x="1020675" y="772516"/>
                    <a:pt x="1310235" y="752196"/>
                    <a:pt x="1366115" y="796646"/>
                  </a:cubicBezTo>
                  <a:cubicBezTo>
                    <a:pt x="1453745" y="837286"/>
                    <a:pt x="1576935" y="976986"/>
                    <a:pt x="1463905" y="1056996"/>
                  </a:cubicBezTo>
                  <a:cubicBezTo>
                    <a:pt x="1288645" y="1157326"/>
                    <a:pt x="1065125" y="1053186"/>
                    <a:pt x="978765" y="880466"/>
                  </a:cubicBezTo>
                  <a:cubicBezTo>
                    <a:pt x="389485" y="773786"/>
                    <a:pt x="-75335" y="1650086"/>
                    <a:pt x="317095" y="2059026"/>
                  </a:cubicBezTo>
                  <a:cubicBezTo>
                    <a:pt x="521565" y="1961236"/>
                    <a:pt x="775565" y="1996796"/>
                    <a:pt x="925425" y="2166976"/>
                  </a:cubicBezTo>
                  <a:cubicBezTo>
                    <a:pt x="1068935" y="2429866"/>
                    <a:pt x="480925" y="2517496"/>
                    <a:pt x="271375" y="2211426"/>
                  </a:cubicBezTo>
                  <a:cubicBezTo>
                    <a:pt x="206605" y="2316836"/>
                    <a:pt x="11025" y="2664816"/>
                    <a:pt x="145645" y="2968346"/>
                  </a:cubicBezTo>
                  <a:cubicBezTo>
                    <a:pt x="145645" y="2968346"/>
                    <a:pt x="219305" y="3133446"/>
                    <a:pt x="416155" y="3251556"/>
                  </a:cubicBezTo>
                  <a:cubicBezTo>
                    <a:pt x="1032105" y="3619856"/>
                    <a:pt x="4099146" y="3423006"/>
                    <a:pt x="4313776" y="3406496"/>
                  </a:cubicBezTo>
                  <a:cubicBezTo>
                    <a:pt x="4561426" y="3436976"/>
                    <a:pt x="4918296" y="3406496"/>
                    <a:pt x="5352636" y="3373476"/>
                  </a:cubicBezTo>
                  <a:cubicBezTo>
                    <a:pt x="5658706" y="3350616"/>
                    <a:pt x="6077806" y="3376016"/>
                    <a:pt x="6171786" y="3005176"/>
                  </a:cubicBezTo>
                  <a:cubicBezTo>
                    <a:pt x="6249256" y="2723236"/>
                    <a:pt x="6288625" y="2302866"/>
                    <a:pt x="5969856" y="2159356"/>
                  </a:cubicBezTo>
                  <a:cubicBezTo>
                    <a:pt x="5935566" y="2146656"/>
                    <a:pt x="5897466" y="2109826"/>
                    <a:pt x="5874606" y="2158086"/>
                  </a:cubicBezTo>
                  <a:cubicBezTo>
                    <a:pt x="5567266" y="2673706"/>
                    <a:pt x="4864956" y="2182216"/>
                    <a:pt x="5441536" y="1959966"/>
                  </a:cubicBezTo>
                  <a:cubicBezTo>
                    <a:pt x="5569806" y="1925676"/>
                    <a:pt x="5698076" y="1933296"/>
                    <a:pt x="5825076" y="1967586"/>
                  </a:cubicBezTo>
                  <a:cubicBezTo>
                    <a:pt x="5854286" y="1975206"/>
                    <a:pt x="5865716" y="1968856"/>
                    <a:pt x="5873336" y="1940916"/>
                  </a:cubicBezTo>
                  <a:cubicBezTo>
                    <a:pt x="6043516" y="1478636"/>
                    <a:pt x="5648546" y="692506"/>
                    <a:pt x="5125306" y="851256"/>
                  </a:cubicBezTo>
                  <a:cubicBezTo>
                    <a:pt x="5073236" y="1063346"/>
                    <a:pt x="4839556" y="1211936"/>
                    <a:pt x="4630006" y="1134466"/>
                  </a:cubicBezTo>
                  <a:cubicBezTo>
                    <a:pt x="4458556" y="1067156"/>
                    <a:pt x="4563966" y="881736"/>
                    <a:pt x="4679536" y="815696"/>
                  </a:cubicBezTo>
                  <a:cubicBezTo>
                    <a:pt x="4783676" y="744576"/>
                    <a:pt x="4905596" y="731876"/>
                    <a:pt x="5028786" y="714096"/>
                  </a:cubicBezTo>
                  <a:close/>
                  <a:moveTo>
                    <a:pt x="5806026" y="2094586"/>
                  </a:moveTo>
                  <a:cubicBezTo>
                    <a:pt x="5667596" y="2060296"/>
                    <a:pt x="5540596" y="2045056"/>
                    <a:pt x="5414866" y="2090776"/>
                  </a:cubicBezTo>
                  <a:cubicBezTo>
                    <a:pt x="5389466" y="2099666"/>
                    <a:pt x="5366606" y="2116176"/>
                    <a:pt x="5346286" y="2133956"/>
                  </a:cubicBezTo>
                  <a:cubicBezTo>
                    <a:pt x="5315806" y="2161896"/>
                    <a:pt x="5315806" y="2198726"/>
                    <a:pt x="5348826" y="2224126"/>
                  </a:cubicBezTo>
                  <a:cubicBezTo>
                    <a:pt x="5371686" y="2241906"/>
                    <a:pt x="5399626" y="2255876"/>
                    <a:pt x="5426296" y="2263496"/>
                  </a:cubicBezTo>
                  <a:cubicBezTo>
                    <a:pt x="5544406" y="2292706"/>
                    <a:pt x="5646006" y="2255876"/>
                    <a:pt x="5734906" y="2177136"/>
                  </a:cubicBezTo>
                  <a:cubicBezTo>
                    <a:pt x="5760306" y="2155546"/>
                    <a:pt x="5779356" y="2127606"/>
                    <a:pt x="5806026" y="2094586"/>
                  </a:cubicBezTo>
                  <a:close/>
                  <a:moveTo>
                    <a:pt x="350115" y="2151736"/>
                  </a:moveTo>
                  <a:cubicBezTo>
                    <a:pt x="425045" y="2240636"/>
                    <a:pt x="516485" y="2288896"/>
                    <a:pt x="626975" y="2301596"/>
                  </a:cubicBezTo>
                  <a:cubicBezTo>
                    <a:pt x="694285" y="2309216"/>
                    <a:pt x="757785" y="2300326"/>
                    <a:pt x="818745" y="2268576"/>
                  </a:cubicBezTo>
                  <a:cubicBezTo>
                    <a:pt x="867005" y="2243176"/>
                    <a:pt x="869545" y="2215236"/>
                    <a:pt x="826365" y="2180946"/>
                  </a:cubicBezTo>
                  <a:cubicBezTo>
                    <a:pt x="809855" y="2166976"/>
                    <a:pt x="790805" y="2155546"/>
                    <a:pt x="770485" y="2146656"/>
                  </a:cubicBezTo>
                  <a:cubicBezTo>
                    <a:pt x="696825" y="2112366"/>
                    <a:pt x="619355" y="2094586"/>
                    <a:pt x="538075" y="2097126"/>
                  </a:cubicBezTo>
                  <a:cubicBezTo>
                    <a:pt x="473305" y="2100936"/>
                    <a:pt x="412345" y="2118716"/>
                    <a:pt x="350115" y="2151736"/>
                  </a:cubicBezTo>
                  <a:close/>
                  <a:moveTo>
                    <a:pt x="5030056" y="818236"/>
                  </a:moveTo>
                  <a:cubicBezTo>
                    <a:pt x="4901786" y="830936"/>
                    <a:pt x="4784946" y="842366"/>
                    <a:pt x="4688426" y="923646"/>
                  </a:cubicBezTo>
                  <a:cubicBezTo>
                    <a:pt x="4675726" y="935076"/>
                    <a:pt x="4663026" y="949046"/>
                    <a:pt x="4654136" y="963016"/>
                  </a:cubicBezTo>
                  <a:cubicBezTo>
                    <a:pt x="4631276" y="998576"/>
                    <a:pt x="4640166" y="1029056"/>
                    <a:pt x="4680806" y="1043026"/>
                  </a:cubicBezTo>
                  <a:cubicBezTo>
                    <a:pt x="4701126" y="1050646"/>
                    <a:pt x="4723986" y="1054456"/>
                    <a:pt x="4744306" y="1054456"/>
                  </a:cubicBezTo>
                  <a:cubicBezTo>
                    <a:pt x="4858606" y="1048106"/>
                    <a:pt x="4946236" y="996036"/>
                    <a:pt x="5000846" y="893166"/>
                  </a:cubicBezTo>
                  <a:cubicBezTo>
                    <a:pt x="5012276" y="872846"/>
                    <a:pt x="5018626" y="849986"/>
                    <a:pt x="5030056" y="818236"/>
                  </a:cubicBezTo>
                  <a:close/>
                  <a:moveTo>
                    <a:pt x="1075285" y="843636"/>
                  </a:moveTo>
                  <a:cubicBezTo>
                    <a:pt x="1109575" y="928726"/>
                    <a:pt x="1213715" y="993496"/>
                    <a:pt x="1312775" y="993496"/>
                  </a:cubicBezTo>
                  <a:cubicBezTo>
                    <a:pt x="1336905" y="993496"/>
                    <a:pt x="1359765" y="988416"/>
                    <a:pt x="1382625" y="982066"/>
                  </a:cubicBezTo>
                  <a:cubicBezTo>
                    <a:pt x="1390245" y="979526"/>
                    <a:pt x="1402945" y="963016"/>
                    <a:pt x="1400405" y="960476"/>
                  </a:cubicBezTo>
                  <a:cubicBezTo>
                    <a:pt x="1383895" y="931266"/>
                    <a:pt x="1369925" y="888086"/>
                    <a:pt x="1344525" y="876656"/>
                  </a:cubicBezTo>
                  <a:cubicBezTo>
                    <a:pt x="1261975" y="841096"/>
                    <a:pt x="1170535" y="841096"/>
                    <a:pt x="1075285" y="843636"/>
                  </a:cubicBezTo>
                  <a:close/>
                </a:path>
              </a:pathLst>
            </a:custGeom>
            <a:solidFill>
              <a:srgbClr val="C2738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0" y="9504553"/>
            <a:ext cx="18288000" cy="782447"/>
            <a:chOff x="0" y="0"/>
            <a:chExt cx="4816593" cy="2060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206076"/>
            </a:xfrm>
            <a:custGeom>
              <a:avLst/>
              <a:gdLst/>
              <a:ahLst/>
              <a:cxnLst/>
              <a:rect l="l" t="t" r="r" b="b"/>
              <a:pathLst>
                <a:path w="4816592" h="206076">
                  <a:moveTo>
                    <a:pt x="0" y="0"/>
                  </a:moveTo>
                  <a:lnTo>
                    <a:pt x="4816592" y="0"/>
                  </a:lnTo>
                  <a:lnTo>
                    <a:pt x="4816592" y="206076"/>
                  </a:lnTo>
                  <a:lnTo>
                    <a:pt x="0" y="206076"/>
                  </a:lnTo>
                  <a:close/>
                </a:path>
              </a:pathLst>
            </a:custGeom>
            <a:solidFill>
              <a:srgbClr val="025A4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816593" cy="244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493545" y="3772231"/>
            <a:ext cx="3306074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79"/>
              </a:lnSpc>
              <a:spcBef>
                <a:spcPct val="0"/>
              </a:spcBef>
            </a:pPr>
            <a:r>
              <a:rPr lang="en-US" sz="3899" b="1">
                <a:solidFill>
                  <a:srgbClr val="025A40"/>
                </a:solidFill>
                <a:latin typeface="Nunito Bold"/>
                <a:ea typeface="Nunito Bold"/>
                <a:cs typeface="Nunito Bold"/>
                <a:sym typeface="Nunito Bold"/>
              </a:rPr>
              <a:t>Technologies Used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8971" y="3686506"/>
            <a:ext cx="3306074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025A40"/>
                </a:solidFill>
                <a:latin typeface="Nunito Bold"/>
                <a:ea typeface="Nunito Bold"/>
                <a:cs typeface="Nunito Bold"/>
                <a:sym typeface="Nunito Bold"/>
              </a:rPr>
              <a:t>Project Overview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3545" y="7262256"/>
            <a:ext cx="3794478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025A4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Conclusion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1089339"/>
            <a:ext cx="16230600" cy="132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99"/>
              </a:lnSpc>
              <a:spcBef>
                <a:spcPct val="0"/>
              </a:spcBef>
            </a:pPr>
            <a:r>
              <a:rPr lang="en-US" sz="9999" u="none" strike="noStrike" spc="-399">
                <a:solidFill>
                  <a:srgbClr val="025A40"/>
                </a:solidFill>
                <a:latin typeface="Kalam"/>
                <a:ea typeface="Kalam"/>
                <a:cs typeface="Kalam"/>
                <a:sym typeface="Kalam"/>
              </a:rPr>
              <a:t>What we’ll cover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23023" y="4005594"/>
            <a:ext cx="3488187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39"/>
              </a:lnSpc>
              <a:spcBef>
                <a:spcPct val="0"/>
              </a:spcBef>
            </a:pPr>
            <a:r>
              <a:rPr lang="en-US" sz="4699" b="1">
                <a:solidFill>
                  <a:srgbClr val="025A40"/>
                </a:solidFill>
                <a:latin typeface="Nunito Bold"/>
                <a:ea typeface="Nunito Bold"/>
                <a:cs typeface="Nunito Bold"/>
                <a:sym typeface="Nunito Bold"/>
              </a:rPr>
              <a:t>objectives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2555" y="7166075"/>
            <a:ext cx="3794478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25A4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Key features implemented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968151" y="5532973"/>
            <a:ext cx="4919246" cy="4447304"/>
            <a:chOff x="0" y="0"/>
            <a:chExt cx="7002693" cy="6330869"/>
          </a:xfrm>
        </p:grpSpPr>
        <p:sp>
          <p:nvSpPr>
            <p:cNvPr id="22" name="Freeform 22"/>
            <p:cNvSpPr/>
            <p:nvPr/>
          </p:nvSpPr>
          <p:spPr>
            <a:xfrm>
              <a:off x="420113" y="889168"/>
              <a:ext cx="5984484" cy="4372930"/>
            </a:xfrm>
            <a:custGeom>
              <a:avLst/>
              <a:gdLst/>
              <a:ahLst/>
              <a:cxnLst/>
              <a:rect l="l" t="t" r="r" b="b"/>
              <a:pathLst>
                <a:path w="5984484" h="4372930">
                  <a:moveTo>
                    <a:pt x="52327" y="4284731"/>
                  </a:moveTo>
                  <a:cubicBezTo>
                    <a:pt x="1527" y="3809751"/>
                    <a:pt x="-16253" y="3346282"/>
                    <a:pt x="16767" y="2866222"/>
                  </a:cubicBezTo>
                  <a:cubicBezTo>
                    <a:pt x="47247" y="2122002"/>
                    <a:pt x="169167" y="1367622"/>
                    <a:pt x="545087" y="713572"/>
                  </a:cubicBezTo>
                  <a:cubicBezTo>
                    <a:pt x="852427" y="158582"/>
                    <a:pt x="1088647" y="72222"/>
                    <a:pt x="1703327" y="17612"/>
                  </a:cubicBezTo>
                  <a:cubicBezTo>
                    <a:pt x="3403770" y="-20488"/>
                    <a:pt x="4758860" y="-81448"/>
                    <a:pt x="5452280" y="854542"/>
                  </a:cubicBezTo>
                  <a:cubicBezTo>
                    <a:pt x="5680880" y="1198712"/>
                    <a:pt x="5776130" y="1611462"/>
                    <a:pt x="5873921" y="2007702"/>
                  </a:cubicBezTo>
                  <a:cubicBezTo>
                    <a:pt x="6014890" y="2544912"/>
                    <a:pt x="6002190" y="3101172"/>
                    <a:pt x="5939960" y="3633237"/>
                  </a:cubicBezTo>
                  <a:cubicBezTo>
                    <a:pt x="5928530" y="3762761"/>
                    <a:pt x="5918371" y="3896111"/>
                    <a:pt x="5905671" y="4029461"/>
                  </a:cubicBezTo>
                  <a:cubicBezTo>
                    <a:pt x="5879001" y="4139951"/>
                    <a:pt x="5918371" y="4344421"/>
                    <a:pt x="5764701" y="4358392"/>
                  </a:cubicBezTo>
                  <a:cubicBezTo>
                    <a:pt x="5350680" y="4397761"/>
                    <a:pt x="4932851" y="4344421"/>
                    <a:pt x="4517560" y="4346961"/>
                  </a:cubicBezTo>
                  <a:cubicBezTo>
                    <a:pt x="3980351" y="4336801"/>
                    <a:pt x="3443140" y="4330451"/>
                    <a:pt x="2253237" y="4327911"/>
                  </a:cubicBezTo>
                  <a:cubicBezTo>
                    <a:pt x="1830327" y="4324101"/>
                    <a:pt x="1408687" y="4329181"/>
                    <a:pt x="985777" y="4331721"/>
                  </a:cubicBezTo>
                  <a:cubicBezTo>
                    <a:pt x="677167" y="4322831"/>
                    <a:pt x="354587" y="4367281"/>
                    <a:pt x="52327" y="4284731"/>
                  </a:cubicBezTo>
                  <a:close/>
                  <a:moveTo>
                    <a:pt x="146307" y="4250442"/>
                  </a:moveTo>
                  <a:cubicBezTo>
                    <a:pt x="1784607" y="4200912"/>
                    <a:pt x="4078141" y="4252982"/>
                    <a:pt x="5715171" y="4307592"/>
                  </a:cubicBezTo>
                  <a:cubicBezTo>
                    <a:pt x="5795180" y="4308862"/>
                    <a:pt x="5816771" y="4292351"/>
                    <a:pt x="5825660" y="4217421"/>
                  </a:cubicBezTo>
                  <a:cubicBezTo>
                    <a:pt x="5845980" y="4028192"/>
                    <a:pt x="5856141" y="3838962"/>
                    <a:pt x="5867571" y="3652197"/>
                  </a:cubicBezTo>
                  <a:cubicBezTo>
                    <a:pt x="5887891" y="3356442"/>
                    <a:pt x="5922180" y="3041482"/>
                    <a:pt x="5906941" y="2727792"/>
                  </a:cubicBezTo>
                  <a:cubicBezTo>
                    <a:pt x="5880271" y="2295992"/>
                    <a:pt x="5774860" y="1876892"/>
                    <a:pt x="5649130" y="1464142"/>
                  </a:cubicBezTo>
                  <a:cubicBezTo>
                    <a:pt x="5543721" y="1158072"/>
                    <a:pt x="5412910" y="843112"/>
                    <a:pt x="5156371" y="633562"/>
                  </a:cubicBezTo>
                  <a:cubicBezTo>
                    <a:pt x="4655991" y="230972"/>
                    <a:pt x="3991780" y="110322"/>
                    <a:pt x="3365671" y="73492"/>
                  </a:cubicBezTo>
                  <a:cubicBezTo>
                    <a:pt x="2377763" y="60792"/>
                    <a:pt x="1973837" y="73492"/>
                    <a:pt x="1608077" y="111592"/>
                  </a:cubicBezTo>
                  <a:cubicBezTo>
                    <a:pt x="1326137" y="140802"/>
                    <a:pt x="1014987" y="189062"/>
                    <a:pt x="837187" y="434172"/>
                  </a:cubicBezTo>
                  <a:cubicBezTo>
                    <a:pt x="366017" y="1065362"/>
                    <a:pt x="151387" y="1854032"/>
                    <a:pt x="113287" y="2632542"/>
                  </a:cubicBezTo>
                  <a:cubicBezTo>
                    <a:pt x="65027" y="3177372"/>
                    <a:pt x="71377" y="3706881"/>
                    <a:pt x="146307" y="4250442"/>
                  </a:cubicBezTo>
                  <a:close/>
                </a:path>
              </a:pathLst>
            </a:custGeom>
            <a:solidFill>
              <a:srgbClr val="C2738D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3489199" y="7061300"/>
            <a:ext cx="3488187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19"/>
              </a:lnSpc>
              <a:spcBef>
                <a:spcPct val="0"/>
              </a:spcBef>
            </a:pPr>
            <a:r>
              <a:rPr lang="en-US" sz="4599" b="1">
                <a:solidFill>
                  <a:srgbClr val="025A40"/>
                </a:solidFill>
                <a:latin typeface="Nunito Bold"/>
                <a:ea typeface="Nunito Bold"/>
                <a:cs typeface="Nunito Bold"/>
                <a:sym typeface="Nunito Bold"/>
              </a:rPr>
              <a:t>System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04553"/>
            <a:ext cx="18288000" cy="782447"/>
            <a:chOff x="0" y="0"/>
            <a:chExt cx="4816593" cy="2060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06076"/>
            </a:xfrm>
            <a:custGeom>
              <a:avLst/>
              <a:gdLst/>
              <a:ahLst/>
              <a:cxnLst/>
              <a:rect l="l" t="t" r="r" b="b"/>
              <a:pathLst>
                <a:path w="4816592" h="206076">
                  <a:moveTo>
                    <a:pt x="0" y="0"/>
                  </a:moveTo>
                  <a:lnTo>
                    <a:pt x="4816592" y="0"/>
                  </a:lnTo>
                  <a:lnTo>
                    <a:pt x="4816592" y="206076"/>
                  </a:lnTo>
                  <a:lnTo>
                    <a:pt x="0" y="206076"/>
                  </a:lnTo>
                  <a:close/>
                </a:path>
              </a:pathLst>
            </a:custGeom>
            <a:solidFill>
              <a:srgbClr val="025A4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44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572140" y="3198614"/>
            <a:ext cx="3929137" cy="2986144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356997" y="2784125"/>
            <a:ext cx="8787971" cy="394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1"/>
              </a:lnSpc>
              <a:spcBef>
                <a:spcPct val="0"/>
              </a:spcBef>
            </a:pPr>
            <a:r>
              <a:rPr lang="en-US" sz="7701" spc="-308">
                <a:solidFill>
                  <a:srgbClr val="025A40"/>
                </a:solidFill>
                <a:latin typeface="Kalam"/>
                <a:ea typeface="Kalam"/>
                <a:cs typeface="Kalam"/>
                <a:sym typeface="Kalam"/>
              </a:rPr>
              <a:t>Project Overview — AirAware: Smart Air Quality Prediction System</a:t>
            </a:r>
          </a:p>
        </p:txBody>
      </p:sp>
      <p:sp>
        <p:nvSpPr>
          <p:cNvPr id="7" name="Freeform 7"/>
          <p:cNvSpPr/>
          <p:nvPr/>
        </p:nvSpPr>
        <p:spPr>
          <a:xfrm>
            <a:off x="11618908" y="2245953"/>
            <a:ext cx="5094885" cy="4826733"/>
          </a:xfrm>
          <a:custGeom>
            <a:avLst/>
            <a:gdLst/>
            <a:ahLst/>
            <a:cxnLst/>
            <a:rect l="l" t="t" r="r" b="b"/>
            <a:pathLst>
              <a:path w="5094885" h="4826733">
                <a:moveTo>
                  <a:pt x="0" y="0"/>
                </a:moveTo>
                <a:lnTo>
                  <a:pt x="5094885" y="0"/>
                </a:lnTo>
                <a:lnTo>
                  <a:pt x="5094885" y="4826733"/>
                </a:lnTo>
                <a:lnTo>
                  <a:pt x="0" y="4826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-141887" y="3618979"/>
            <a:ext cx="5033531" cy="5890529"/>
            <a:chOff x="0" y="0"/>
            <a:chExt cx="6350000" cy="7431137"/>
          </a:xfrm>
        </p:grpSpPr>
        <p:sp>
          <p:nvSpPr>
            <p:cNvPr id="3" name="Freeform 3"/>
            <p:cNvSpPr/>
            <p:nvPr/>
          </p:nvSpPr>
          <p:spPr>
            <a:xfrm>
              <a:off x="180246" y="1797679"/>
              <a:ext cx="6017535" cy="4270748"/>
            </a:xfrm>
            <a:custGeom>
              <a:avLst/>
              <a:gdLst/>
              <a:ahLst/>
              <a:cxnLst/>
              <a:rect l="l" t="t" r="r" b="b"/>
              <a:pathLst>
                <a:path w="6017535" h="4270748">
                  <a:moveTo>
                    <a:pt x="3183984" y="4270748"/>
                  </a:moveTo>
                  <a:cubicBezTo>
                    <a:pt x="2734404" y="4266938"/>
                    <a:pt x="2284824" y="4263128"/>
                    <a:pt x="1835244" y="4258048"/>
                  </a:cubicBezTo>
                  <a:cubicBezTo>
                    <a:pt x="1601564" y="4255508"/>
                    <a:pt x="1367884" y="4246618"/>
                    <a:pt x="1135474" y="4211058"/>
                  </a:cubicBezTo>
                  <a:cubicBezTo>
                    <a:pt x="955134" y="4183118"/>
                    <a:pt x="778604" y="4141208"/>
                    <a:pt x="612234" y="4068818"/>
                  </a:cubicBezTo>
                  <a:cubicBezTo>
                    <a:pt x="257904" y="3915148"/>
                    <a:pt x="52164" y="3648448"/>
                    <a:pt x="19144" y="3262368"/>
                  </a:cubicBezTo>
                  <a:cubicBezTo>
                    <a:pt x="-16416" y="2847078"/>
                    <a:pt x="-4986" y="1350651"/>
                    <a:pt x="75024" y="940441"/>
                  </a:cubicBezTo>
                  <a:cubicBezTo>
                    <a:pt x="104234" y="791851"/>
                    <a:pt x="156304" y="650881"/>
                    <a:pt x="237584" y="522611"/>
                  </a:cubicBezTo>
                  <a:cubicBezTo>
                    <a:pt x="373474" y="306711"/>
                    <a:pt x="574134" y="183521"/>
                    <a:pt x="814164" y="114941"/>
                  </a:cubicBezTo>
                  <a:cubicBezTo>
                    <a:pt x="957674" y="74301"/>
                    <a:pt x="1104994" y="65411"/>
                    <a:pt x="1251044" y="59061"/>
                  </a:cubicBezTo>
                  <a:cubicBezTo>
                    <a:pt x="1745074" y="37471"/>
                    <a:pt x="2239104" y="12071"/>
                    <a:pt x="2733134" y="3181"/>
                  </a:cubicBezTo>
                  <a:cubicBezTo>
                    <a:pt x="3422744" y="-9519"/>
                    <a:pt x="4112354" y="15881"/>
                    <a:pt x="4799424" y="78111"/>
                  </a:cubicBezTo>
                  <a:cubicBezTo>
                    <a:pt x="4941664" y="90811"/>
                    <a:pt x="5083904" y="108591"/>
                    <a:pt x="5224874" y="132721"/>
                  </a:cubicBezTo>
                  <a:cubicBezTo>
                    <a:pt x="5604604" y="198761"/>
                    <a:pt x="5834474" y="431171"/>
                    <a:pt x="5941154" y="794391"/>
                  </a:cubicBezTo>
                  <a:cubicBezTo>
                    <a:pt x="5993224" y="973461"/>
                    <a:pt x="6011004" y="1156341"/>
                    <a:pt x="6016084" y="1341761"/>
                  </a:cubicBezTo>
                  <a:cubicBezTo>
                    <a:pt x="6024974" y="2792468"/>
                    <a:pt x="5993224" y="3159498"/>
                    <a:pt x="5915754" y="3520178"/>
                  </a:cubicBezTo>
                  <a:cubicBezTo>
                    <a:pt x="5900514" y="3592568"/>
                    <a:pt x="5876384" y="3664958"/>
                    <a:pt x="5847174" y="3733538"/>
                  </a:cubicBezTo>
                  <a:cubicBezTo>
                    <a:pt x="5758274" y="3945628"/>
                    <a:pt x="5589364" y="4070088"/>
                    <a:pt x="5377274" y="4143748"/>
                  </a:cubicBezTo>
                  <a:cubicBezTo>
                    <a:pt x="5237574" y="4192008"/>
                    <a:pt x="5092794" y="4211058"/>
                    <a:pt x="4946744" y="4217408"/>
                  </a:cubicBezTo>
                  <a:cubicBezTo>
                    <a:pt x="4734654" y="4226298"/>
                    <a:pt x="4522564" y="4223758"/>
                    <a:pt x="4309204" y="4228838"/>
                  </a:cubicBezTo>
                  <a:cubicBezTo>
                    <a:pt x="4074254" y="4233918"/>
                    <a:pt x="3839304" y="4240268"/>
                    <a:pt x="3605624" y="4247888"/>
                  </a:cubicBezTo>
                  <a:cubicBezTo>
                    <a:pt x="3464654" y="4252968"/>
                    <a:pt x="3323684" y="4260588"/>
                    <a:pt x="3183984" y="4266938"/>
                  </a:cubicBezTo>
                  <a:cubicBezTo>
                    <a:pt x="3183984" y="4268208"/>
                    <a:pt x="3183984" y="4269478"/>
                    <a:pt x="3183984" y="4270748"/>
                  </a:cubicBezTo>
                  <a:close/>
                  <a:moveTo>
                    <a:pt x="3070954" y="4192008"/>
                  </a:moveTo>
                  <a:cubicBezTo>
                    <a:pt x="3308444" y="4180578"/>
                    <a:pt x="3467194" y="4171688"/>
                    <a:pt x="3625944" y="4166608"/>
                  </a:cubicBezTo>
                  <a:cubicBezTo>
                    <a:pt x="3867244" y="4158988"/>
                    <a:pt x="4108544" y="4152638"/>
                    <a:pt x="4349844" y="4147558"/>
                  </a:cubicBezTo>
                  <a:cubicBezTo>
                    <a:pt x="4553044" y="4142478"/>
                    <a:pt x="4757514" y="4143748"/>
                    <a:pt x="4960714" y="4134858"/>
                  </a:cubicBezTo>
                  <a:cubicBezTo>
                    <a:pt x="5115654" y="4128508"/>
                    <a:pt x="5268054" y="4101838"/>
                    <a:pt x="5412834" y="4038338"/>
                  </a:cubicBezTo>
                  <a:cubicBezTo>
                    <a:pt x="5593174" y="3958328"/>
                    <a:pt x="5721444" y="3831328"/>
                    <a:pt x="5783674" y="3642098"/>
                  </a:cubicBezTo>
                  <a:cubicBezTo>
                    <a:pt x="5805264" y="3574788"/>
                    <a:pt x="5825584" y="3507478"/>
                    <a:pt x="5839554" y="3438898"/>
                  </a:cubicBezTo>
                  <a:cubicBezTo>
                    <a:pt x="5896704" y="3153148"/>
                    <a:pt x="5923374" y="2864858"/>
                    <a:pt x="5928454" y="1492891"/>
                  </a:cubicBezTo>
                  <a:cubicBezTo>
                    <a:pt x="5932264" y="1264291"/>
                    <a:pt x="5922104" y="1035691"/>
                    <a:pt x="5859874" y="813441"/>
                  </a:cubicBezTo>
                  <a:cubicBezTo>
                    <a:pt x="5768434" y="481971"/>
                    <a:pt x="5561424" y="269881"/>
                    <a:pt x="5214714" y="211461"/>
                  </a:cubicBezTo>
                  <a:cubicBezTo>
                    <a:pt x="5086444" y="189871"/>
                    <a:pt x="4956904" y="174631"/>
                    <a:pt x="4827364" y="160661"/>
                  </a:cubicBezTo>
                  <a:cubicBezTo>
                    <a:pt x="4423504" y="118751"/>
                    <a:pt x="4018374" y="97161"/>
                    <a:pt x="3613244" y="89541"/>
                  </a:cubicBezTo>
                  <a:cubicBezTo>
                    <a:pt x="3244944" y="81921"/>
                    <a:pt x="2876644" y="78111"/>
                    <a:pt x="2508344" y="85731"/>
                  </a:cubicBezTo>
                  <a:cubicBezTo>
                    <a:pt x="2110834" y="93351"/>
                    <a:pt x="1712054" y="116211"/>
                    <a:pt x="1314544" y="133991"/>
                  </a:cubicBezTo>
                  <a:cubicBezTo>
                    <a:pt x="1138014" y="141611"/>
                    <a:pt x="962754" y="155581"/>
                    <a:pt x="791304" y="198761"/>
                  </a:cubicBezTo>
                  <a:cubicBezTo>
                    <a:pt x="745584" y="210191"/>
                    <a:pt x="699864" y="221621"/>
                    <a:pt x="652874" y="225431"/>
                  </a:cubicBezTo>
                  <a:cubicBezTo>
                    <a:pt x="624934" y="227971"/>
                    <a:pt x="602074" y="236861"/>
                    <a:pt x="580484" y="252101"/>
                  </a:cubicBezTo>
                  <a:cubicBezTo>
                    <a:pt x="403954" y="371481"/>
                    <a:pt x="287114" y="535311"/>
                    <a:pt x="215994" y="733431"/>
                  </a:cubicBezTo>
                  <a:cubicBezTo>
                    <a:pt x="156304" y="902341"/>
                    <a:pt x="133444" y="1080141"/>
                    <a:pt x="116934" y="1257941"/>
                  </a:cubicBezTo>
                  <a:cubicBezTo>
                    <a:pt x="88994" y="1914472"/>
                    <a:pt x="81374" y="2942328"/>
                    <a:pt x="108044" y="3244588"/>
                  </a:cubicBezTo>
                  <a:cubicBezTo>
                    <a:pt x="130904" y="3506208"/>
                    <a:pt x="243934" y="3719568"/>
                    <a:pt x="457294" y="3877048"/>
                  </a:cubicBezTo>
                  <a:cubicBezTo>
                    <a:pt x="565244" y="3957058"/>
                    <a:pt x="687164" y="4006588"/>
                    <a:pt x="814164" y="4047228"/>
                  </a:cubicBezTo>
                  <a:cubicBezTo>
                    <a:pt x="1064354" y="4127238"/>
                    <a:pt x="1323434" y="4160258"/>
                    <a:pt x="1583784" y="4166608"/>
                  </a:cubicBezTo>
                  <a:cubicBezTo>
                    <a:pt x="2105754" y="4178038"/>
                    <a:pt x="2627724" y="4184388"/>
                    <a:pt x="3070954" y="4192008"/>
                  </a:cubicBezTo>
                  <a:close/>
                </a:path>
              </a:pathLst>
            </a:custGeom>
            <a:solidFill>
              <a:srgbClr val="C2738D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3681970" y="1523020"/>
            <a:ext cx="5033531" cy="5890529"/>
            <a:chOff x="0" y="0"/>
            <a:chExt cx="6350000" cy="7431137"/>
          </a:xfrm>
        </p:grpSpPr>
        <p:sp>
          <p:nvSpPr>
            <p:cNvPr id="5" name="Freeform 5"/>
            <p:cNvSpPr/>
            <p:nvPr/>
          </p:nvSpPr>
          <p:spPr>
            <a:xfrm>
              <a:off x="180246" y="1797679"/>
              <a:ext cx="6017535" cy="4270748"/>
            </a:xfrm>
            <a:custGeom>
              <a:avLst/>
              <a:gdLst/>
              <a:ahLst/>
              <a:cxnLst/>
              <a:rect l="l" t="t" r="r" b="b"/>
              <a:pathLst>
                <a:path w="6017535" h="4270748">
                  <a:moveTo>
                    <a:pt x="3183984" y="4270748"/>
                  </a:moveTo>
                  <a:cubicBezTo>
                    <a:pt x="2734404" y="4266938"/>
                    <a:pt x="2284824" y="4263128"/>
                    <a:pt x="1835244" y="4258048"/>
                  </a:cubicBezTo>
                  <a:cubicBezTo>
                    <a:pt x="1601564" y="4255508"/>
                    <a:pt x="1367884" y="4246618"/>
                    <a:pt x="1135474" y="4211058"/>
                  </a:cubicBezTo>
                  <a:cubicBezTo>
                    <a:pt x="955134" y="4183118"/>
                    <a:pt x="778604" y="4141208"/>
                    <a:pt x="612234" y="4068818"/>
                  </a:cubicBezTo>
                  <a:cubicBezTo>
                    <a:pt x="257904" y="3915148"/>
                    <a:pt x="52164" y="3648448"/>
                    <a:pt x="19144" y="3262368"/>
                  </a:cubicBezTo>
                  <a:cubicBezTo>
                    <a:pt x="-16416" y="2847078"/>
                    <a:pt x="-4986" y="1350651"/>
                    <a:pt x="75024" y="940441"/>
                  </a:cubicBezTo>
                  <a:cubicBezTo>
                    <a:pt x="104234" y="791851"/>
                    <a:pt x="156304" y="650881"/>
                    <a:pt x="237584" y="522611"/>
                  </a:cubicBezTo>
                  <a:cubicBezTo>
                    <a:pt x="373474" y="306711"/>
                    <a:pt x="574134" y="183521"/>
                    <a:pt x="814164" y="114941"/>
                  </a:cubicBezTo>
                  <a:cubicBezTo>
                    <a:pt x="957674" y="74301"/>
                    <a:pt x="1104994" y="65411"/>
                    <a:pt x="1251044" y="59061"/>
                  </a:cubicBezTo>
                  <a:cubicBezTo>
                    <a:pt x="1745074" y="37471"/>
                    <a:pt x="2239104" y="12071"/>
                    <a:pt x="2733134" y="3181"/>
                  </a:cubicBezTo>
                  <a:cubicBezTo>
                    <a:pt x="3422744" y="-9519"/>
                    <a:pt x="4112354" y="15881"/>
                    <a:pt x="4799424" y="78111"/>
                  </a:cubicBezTo>
                  <a:cubicBezTo>
                    <a:pt x="4941664" y="90811"/>
                    <a:pt x="5083904" y="108591"/>
                    <a:pt x="5224874" y="132721"/>
                  </a:cubicBezTo>
                  <a:cubicBezTo>
                    <a:pt x="5604604" y="198761"/>
                    <a:pt x="5834474" y="431171"/>
                    <a:pt x="5941154" y="794391"/>
                  </a:cubicBezTo>
                  <a:cubicBezTo>
                    <a:pt x="5993224" y="973461"/>
                    <a:pt x="6011004" y="1156341"/>
                    <a:pt x="6016084" y="1341761"/>
                  </a:cubicBezTo>
                  <a:cubicBezTo>
                    <a:pt x="6024974" y="2792468"/>
                    <a:pt x="5993224" y="3159498"/>
                    <a:pt x="5915754" y="3520178"/>
                  </a:cubicBezTo>
                  <a:cubicBezTo>
                    <a:pt x="5900514" y="3592568"/>
                    <a:pt x="5876384" y="3664958"/>
                    <a:pt x="5847174" y="3733538"/>
                  </a:cubicBezTo>
                  <a:cubicBezTo>
                    <a:pt x="5758274" y="3945628"/>
                    <a:pt x="5589364" y="4070088"/>
                    <a:pt x="5377274" y="4143748"/>
                  </a:cubicBezTo>
                  <a:cubicBezTo>
                    <a:pt x="5237574" y="4192008"/>
                    <a:pt x="5092794" y="4211058"/>
                    <a:pt x="4946744" y="4217408"/>
                  </a:cubicBezTo>
                  <a:cubicBezTo>
                    <a:pt x="4734654" y="4226298"/>
                    <a:pt x="4522564" y="4223758"/>
                    <a:pt x="4309204" y="4228838"/>
                  </a:cubicBezTo>
                  <a:cubicBezTo>
                    <a:pt x="4074254" y="4233918"/>
                    <a:pt x="3839304" y="4240268"/>
                    <a:pt x="3605624" y="4247888"/>
                  </a:cubicBezTo>
                  <a:cubicBezTo>
                    <a:pt x="3464654" y="4252968"/>
                    <a:pt x="3323684" y="4260588"/>
                    <a:pt x="3183984" y="4266938"/>
                  </a:cubicBezTo>
                  <a:cubicBezTo>
                    <a:pt x="3183984" y="4268208"/>
                    <a:pt x="3183984" y="4269478"/>
                    <a:pt x="3183984" y="4270748"/>
                  </a:cubicBezTo>
                  <a:close/>
                  <a:moveTo>
                    <a:pt x="3070954" y="4192008"/>
                  </a:moveTo>
                  <a:cubicBezTo>
                    <a:pt x="3308444" y="4180578"/>
                    <a:pt x="3467194" y="4171688"/>
                    <a:pt x="3625944" y="4166608"/>
                  </a:cubicBezTo>
                  <a:cubicBezTo>
                    <a:pt x="3867244" y="4158988"/>
                    <a:pt x="4108544" y="4152638"/>
                    <a:pt x="4349844" y="4147558"/>
                  </a:cubicBezTo>
                  <a:cubicBezTo>
                    <a:pt x="4553044" y="4142478"/>
                    <a:pt x="4757514" y="4143748"/>
                    <a:pt x="4960714" y="4134858"/>
                  </a:cubicBezTo>
                  <a:cubicBezTo>
                    <a:pt x="5115654" y="4128508"/>
                    <a:pt x="5268054" y="4101838"/>
                    <a:pt x="5412834" y="4038338"/>
                  </a:cubicBezTo>
                  <a:cubicBezTo>
                    <a:pt x="5593174" y="3958328"/>
                    <a:pt x="5721444" y="3831328"/>
                    <a:pt x="5783674" y="3642098"/>
                  </a:cubicBezTo>
                  <a:cubicBezTo>
                    <a:pt x="5805264" y="3574788"/>
                    <a:pt x="5825584" y="3507478"/>
                    <a:pt x="5839554" y="3438898"/>
                  </a:cubicBezTo>
                  <a:cubicBezTo>
                    <a:pt x="5896704" y="3153148"/>
                    <a:pt x="5923374" y="2864858"/>
                    <a:pt x="5928454" y="1492891"/>
                  </a:cubicBezTo>
                  <a:cubicBezTo>
                    <a:pt x="5932264" y="1264291"/>
                    <a:pt x="5922104" y="1035691"/>
                    <a:pt x="5859874" y="813441"/>
                  </a:cubicBezTo>
                  <a:cubicBezTo>
                    <a:pt x="5768434" y="481971"/>
                    <a:pt x="5561424" y="269881"/>
                    <a:pt x="5214714" y="211461"/>
                  </a:cubicBezTo>
                  <a:cubicBezTo>
                    <a:pt x="5086444" y="189871"/>
                    <a:pt x="4956904" y="174631"/>
                    <a:pt x="4827364" y="160661"/>
                  </a:cubicBezTo>
                  <a:cubicBezTo>
                    <a:pt x="4423504" y="118751"/>
                    <a:pt x="4018374" y="97161"/>
                    <a:pt x="3613244" y="89541"/>
                  </a:cubicBezTo>
                  <a:cubicBezTo>
                    <a:pt x="3244944" y="81921"/>
                    <a:pt x="2876644" y="78111"/>
                    <a:pt x="2508344" y="85731"/>
                  </a:cubicBezTo>
                  <a:cubicBezTo>
                    <a:pt x="2110834" y="93351"/>
                    <a:pt x="1712054" y="116211"/>
                    <a:pt x="1314544" y="133991"/>
                  </a:cubicBezTo>
                  <a:cubicBezTo>
                    <a:pt x="1138014" y="141611"/>
                    <a:pt x="962754" y="155581"/>
                    <a:pt x="791304" y="198761"/>
                  </a:cubicBezTo>
                  <a:cubicBezTo>
                    <a:pt x="745584" y="210191"/>
                    <a:pt x="699864" y="221621"/>
                    <a:pt x="652874" y="225431"/>
                  </a:cubicBezTo>
                  <a:cubicBezTo>
                    <a:pt x="624934" y="227971"/>
                    <a:pt x="602074" y="236861"/>
                    <a:pt x="580484" y="252101"/>
                  </a:cubicBezTo>
                  <a:cubicBezTo>
                    <a:pt x="403954" y="371481"/>
                    <a:pt x="287114" y="535311"/>
                    <a:pt x="215994" y="733431"/>
                  </a:cubicBezTo>
                  <a:cubicBezTo>
                    <a:pt x="156304" y="902341"/>
                    <a:pt x="133444" y="1080141"/>
                    <a:pt x="116934" y="1257941"/>
                  </a:cubicBezTo>
                  <a:cubicBezTo>
                    <a:pt x="88994" y="1914472"/>
                    <a:pt x="81374" y="2942328"/>
                    <a:pt x="108044" y="3244588"/>
                  </a:cubicBezTo>
                  <a:cubicBezTo>
                    <a:pt x="130904" y="3506208"/>
                    <a:pt x="243934" y="3719568"/>
                    <a:pt x="457294" y="3877048"/>
                  </a:cubicBezTo>
                  <a:cubicBezTo>
                    <a:pt x="565244" y="3957058"/>
                    <a:pt x="687164" y="4006588"/>
                    <a:pt x="814164" y="4047228"/>
                  </a:cubicBezTo>
                  <a:cubicBezTo>
                    <a:pt x="1064354" y="4127238"/>
                    <a:pt x="1323434" y="4160258"/>
                    <a:pt x="1583784" y="4166608"/>
                  </a:cubicBezTo>
                  <a:cubicBezTo>
                    <a:pt x="2105754" y="4178038"/>
                    <a:pt x="2627724" y="4184388"/>
                    <a:pt x="3070954" y="4192008"/>
                  </a:cubicBezTo>
                  <a:close/>
                </a:path>
              </a:pathLst>
            </a:custGeom>
            <a:solidFill>
              <a:srgbClr val="F6DB86"/>
            </a:solidFill>
          </p:spPr>
        </p:sp>
      </p:grpSp>
      <p:grpSp>
        <p:nvGrpSpPr>
          <p:cNvPr id="6" name="Group 6"/>
          <p:cNvGrpSpPr/>
          <p:nvPr/>
        </p:nvGrpSpPr>
        <p:grpSpPr>
          <a:xfrm rot="-5400000">
            <a:off x="-141887" y="-1833652"/>
            <a:ext cx="5033531" cy="5890529"/>
            <a:chOff x="0" y="0"/>
            <a:chExt cx="6350000" cy="7431137"/>
          </a:xfrm>
        </p:grpSpPr>
        <p:sp>
          <p:nvSpPr>
            <p:cNvPr id="7" name="Freeform 7"/>
            <p:cNvSpPr/>
            <p:nvPr/>
          </p:nvSpPr>
          <p:spPr>
            <a:xfrm>
              <a:off x="180246" y="1797679"/>
              <a:ext cx="6017535" cy="4270748"/>
            </a:xfrm>
            <a:custGeom>
              <a:avLst/>
              <a:gdLst/>
              <a:ahLst/>
              <a:cxnLst/>
              <a:rect l="l" t="t" r="r" b="b"/>
              <a:pathLst>
                <a:path w="6017535" h="4270748">
                  <a:moveTo>
                    <a:pt x="3183984" y="4270748"/>
                  </a:moveTo>
                  <a:cubicBezTo>
                    <a:pt x="2734404" y="4266938"/>
                    <a:pt x="2284824" y="4263128"/>
                    <a:pt x="1835244" y="4258048"/>
                  </a:cubicBezTo>
                  <a:cubicBezTo>
                    <a:pt x="1601564" y="4255508"/>
                    <a:pt x="1367884" y="4246618"/>
                    <a:pt x="1135474" y="4211058"/>
                  </a:cubicBezTo>
                  <a:cubicBezTo>
                    <a:pt x="955134" y="4183118"/>
                    <a:pt x="778604" y="4141208"/>
                    <a:pt x="612234" y="4068818"/>
                  </a:cubicBezTo>
                  <a:cubicBezTo>
                    <a:pt x="257904" y="3915148"/>
                    <a:pt x="52164" y="3648448"/>
                    <a:pt x="19144" y="3262368"/>
                  </a:cubicBezTo>
                  <a:cubicBezTo>
                    <a:pt x="-16416" y="2847078"/>
                    <a:pt x="-4986" y="1350651"/>
                    <a:pt x="75024" y="940441"/>
                  </a:cubicBezTo>
                  <a:cubicBezTo>
                    <a:pt x="104234" y="791851"/>
                    <a:pt x="156304" y="650881"/>
                    <a:pt x="237584" y="522611"/>
                  </a:cubicBezTo>
                  <a:cubicBezTo>
                    <a:pt x="373474" y="306711"/>
                    <a:pt x="574134" y="183521"/>
                    <a:pt x="814164" y="114941"/>
                  </a:cubicBezTo>
                  <a:cubicBezTo>
                    <a:pt x="957674" y="74301"/>
                    <a:pt x="1104994" y="65411"/>
                    <a:pt x="1251044" y="59061"/>
                  </a:cubicBezTo>
                  <a:cubicBezTo>
                    <a:pt x="1745074" y="37471"/>
                    <a:pt x="2239104" y="12071"/>
                    <a:pt x="2733134" y="3181"/>
                  </a:cubicBezTo>
                  <a:cubicBezTo>
                    <a:pt x="3422744" y="-9519"/>
                    <a:pt x="4112354" y="15881"/>
                    <a:pt x="4799424" y="78111"/>
                  </a:cubicBezTo>
                  <a:cubicBezTo>
                    <a:pt x="4941664" y="90811"/>
                    <a:pt x="5083904" y="108591"/>
                    <a:pt x="5224874" y="132721"/>
                  </a:cubicBezTo>
                  <a:cubicBezTo>
                    <a:pt x="5604604" y="198761"/>
                    <a:pt x="5834474" y="431171"/>
                    <a:pt x="5941154" y="794391"/>
                  </a:cubicBezTo>
                  <a:cubicBezTo>
                    <a:pt x="5993224" y="973461"/>
                    <a:pt x="6011004" y="1156341"/>
                    <a:pt x="6016084" y="1341761"/>
                  </a:cubicBezTo>
                  <a:cubicBezTo>
                    <a:pt x="6024974" y="2792468"/>
                    <a:pt x="5993224" y="3159498"/>
                    <a:pt x="5915754" y="3520178"/>
                  </a:cubicBezTo>
                  <a:cubicBezTo>
                    <a:pt x="5900514" y="3592568"/>
                    <a:pt x="5876384" y="3664958"/>
                    <a:pt x="5847174" y="3733538"/>
                  </a:cubicBezTo>
                  <a:cubicBezTo>
                    <a:pt x="5758274" y="3945628"/>
                    <a:pt x="5589364" y="4070088"/>
                    <a:pt x="5377274" y="4143748"/>
                  </a:cubicBezTo>
                  <a:cubicBezTo>
                    <a:pt x="5237574" y="4192008"/>
                    <a:pt x="5092794" y="4211058"/>
                    <a:pt x="4946744" y="4217408"/>
                  </a:cubicBezTo>
                  <a:cubicBezTo>
                    <a:pt x="4734654" y="4226298"/>
                    <a:pt x="4522564" y="4223758"/>
                    <a:pt x="4309204" y="4228838"/>
                  </a:cubicBezTo>
                  <a:cubicBezTo>
                    <a:pt x="4074254" y="4233918"/>
                    <a:pt x="3839304" y="4240268"/>
                    <a:pt x="3605624" y="4247888"/>
                  </a:cubicBezTo>
                  <a:cubicBezTo>
                    <a:pt x="3464654" y="4252968"/>
                    <a:pt x="3323684" y="4260588"/>
                    <a:pt x="3183984" y="4266938"/>
                  </a:cubicBezTo>
                  <a:cubicBezTo>
                    <a:pt x="3183984" y="4268208"/>
                    <a:pt x="3183984" y="4269478"/>
                    <a:pt x="3183984" y="4270748"/>
                  </a:cubicBezTo>
                  <a:close/>
                  <a:moveTo>
                    <a:pt x="3070954" y="4192008"/>
                  </a:moveTo>
                  <a:cubicBezTo>
                    <a:pt x="3308444" y="4180578"/>
                    <a:pt x="3467194" y="4171688"/>
                    <a:pt x="3625944" y="4166608"/>
                  </a:cubicBezTo>
                  <a:cubicBezTo>
                    <a:pt x="3867244" y="4158988"/>
                    <a:pt x="4108544" y="4152638"/>
                    <a:pt x="4349844" y="4147558"/>
                  </a:cubicBezTo>
                  <a:cubicBezTo>
                    <a:pt x="4553044" y="4142478"/>
                    <a:pt x="4757514" y="4143748"/>
                    <a:pt x="4960714" y="4134858"/>
                  </a:cubicBezTo>
                  <a:cubicBezTo>
                    <a:pt x="5115654" y="4128508"/>
                    <a:pt x="5268054" y="4101838"/>
                    <a:pt x="5412834" y="4038338"/>
                  </a:cubicBezTo>
                  <a:cubicBezTo>
                    <a:pt x="5593174" y="3958328"/>
                    <a:pt x="5721444" y="3831328"/>
                    <a:pt x="5783674" y="3642098"/>
                  </a:cubicBezTo>
                  <a:cubicBezTo>
                    <a:pt x="5805264" y="3574788"/>
                    <a:pt x="5825584" y="3507478"/>
                    <a:pt x="5839554" y="3438898"/>
                  </a:cubicBezTo>
                  <a:cubicBezTo>
                    <a:pt x="5896704" y="3153148"/>
                    <a:pt x="5923374" y="2864858"/>
                    <a:pt x="5928454" y="1492891"/>
                  </a:cubicBezTo>
                  <a:cubicBezTo>
                    <a:pt x="5932264" y="1264291"/>
                    <a:pt x="5922104" y="1035691"/>
                    <a:pt x="5859874" y="813441"/>
                  </a:cubicBezTo>
                  <a:cubicBezTo>
                    <a:pt x="5768434" y="481971"/>
                    <a:pt x="5561424" y="269881"/>
                    <a:pt x="5214714" y="211461"/>
                  </a:cubicBezTo>
                  <a:cubicBezTo>
                    <a:pt x="5086444" y="189871"/>
                    <a:pt x="4956904" y="174631"/>
                    <a:pt x="4827364" y="160661"/>
                  </a:cubicBezTo>
                  <a:cubicBezTo>
                    <a:pt x="4423504" y="118751"/>
                    <a:pt x="4018374" y="97161"/>
                    <a:pt x="3613244" y="89541"/>
                  </a:cubicBezTo>
                  <a:cubicBezTo>
                    <a:pt x="3244944" y="81921"/>
                    <a:pt x="2876644" y="78111"/>
                    <a:pt x="2508344" y="85731"/>
                  </a:cubicBezTo>
                  <a:cubicBezTo>
                    <a:pt x="2110834" y="93351"/>
                    <a:pt x="1712054" y="116211"/>
                    <a:pt x="1314544" y="133991"/>
                  </a:cubicBezTo>
                  <a:cubicBezTo>
                    <a:pt x="1138014" y="141611"/>
                    <a:pt x="962754" y="155581"/>
                    <a:pt x="791304" y="198761"/>
                  </a:cubicBezTo>
                  <a:cubicBezTo>
                    <a:pt x="745584" y="210191"/>
                    <a:pt x="699864" y="221621"/>
                    <a:pt x="652874" y="225431"/>
                  </a:cubicBezTo>
                  <a:cubicBezTo>
                    <a:pt x="624934" y="227971"/>
                    <a:pt x="602074" y="236861"/>
                    <a:pt x="580484" y="252101"/>
                  </a:cubicBezTo>
                  <a:cubicBezTo>
                    <a:pt x="403954" y="371481"/>
                    <a:pt x="287114" y="535311"/>
                    <a:pt x="215994" y="733431"/>
                  </a:cubicBezTo>
                  <a:cubicBezTo>
                    <a:pt x="156304" y="902341"/>
                    <a:pt x="133444" y="1080141"/>
                    <a:pt x="116934" y="1257941"/>
                  </a:cubicBezTo>
                  <a:cubicBezTo>
                    <a:pt x="88994" y="1914472"/>
                    <a:pt x="81374" y="2942328"/>
                    <a:pt x="108044" y="3244588"/>
                  </a:cubicBezTo>
                  <a:cubicBezTo>
                    <a:pt x="130904" y="3506208"/>
                    <a:pt x="243934" y="3719568"/>
                    <a:pt x="457294" y="3877048"/>
                  </a:cubicBezTo>
                  <a:cubicBezTo>
                    <a:pt x="565244" y="3957058"/>
                    <a:pt x="687164" y="4006588"/>
                    <a:pt x="814164" y="4047228"/>
                  </a:cubicBezTo>
                  <a:cubicBezTo>
                    <a:pt x="1064354" y="4127238"/>
                    <a:pt x="1323434" y="4160258"/>
                    <a:pt x="1583784" y="4166608"/>
                  </a:cubicBezTo>
                  <a:cubicBezTo>
                    <a:pt x="2105754" y="4178038"/>
                    <a:pt x="2627724" y="4184388"/>
                    <a:pt x="3070954" y="4192008"/>
                  </a:cubicBezTo>
                  <a:close/>
                </a:path>
              </a:pathLst>
            </a:custGeom>
            <a:solidFill>
              <a:srgbClr val="DB936E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9504553"/>
            <a:ext cx="18288000" cy="782447"/>
            <a:chOff x="0" y="0"/>
            <a:chExt cx="4816593" cy="2060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206076"/>
            </a:xfrm>
            <a:custGeom>
              <a:avLst/>
              <a:gdLst/>
              <a:ahLst/>
              <a:cxnLst/>
              <a:rect l="l" t="t" r="r" b="b"/>
              <a:pathLst>
                <a:path w="4816592" h="206076">
                  <a:moveTo>
                    <a:pt x="0" y="0"/>
                  </a:moveTo>
                  <a:lnTo>
                    <a:pt x="4816592" y="0"/>
                  </a:lnTo>
                  <a:lnTo>
                    <a:pt x="4816592" y="206076"/>
                  </a:lnTo>
                  <a:lnTo>
                    <a:pt x="0" y="206076"/>
                  </a:lnTo>
                  <a:close/>
                </a:path>
              </a:pathLst>
            </a:custGeom>
            <a:solidFill>
              <a:srgbClr val="025A4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244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31350" y="5143500"/>
            <a:ext cx="2871120" cy="3156279"/>
          </a:xfrm>
          <a:custGeom>
            <a:avLst/>
            <a:gdLst/>
            <a:ahLst/>
            <a:cxnLst/>
            <a:rect l="l" t="t" r="r" b="b"/>
            <a:pathLst>
              <a:path w="2871120" h="3156279">
                <a:moveTo>
                  <a:pt x="0" y="0"/>
                </a:moveTo>
                <a:lnTo>
                  <a:pt x="2871121" y="0"/>
                </a:lnTo>
                <a:lnTo>
                  <a:pt x="2871121" y="3156279"/>
                </a:lnTo>
                <a:lnTo>
                  <a:pt x="0" y="3156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745204" y="2659847"/>
            <a:ext cx="2907064" cy="3616875"/>
          </a:xfrm>
          <a:custGeom>
            <a:avLst/>
            <a:gdLst/>
            <a:ahLst/>
            <a:cxnLst/>
            <a:rect l="l" t="t" r="r" b="b"/>
            <a:pathLst>
              <a:path w="2907064" h="3616875">
                <a:moveTo>
                  <a:pt x="0" y="0"/>
                </a:moveTo>
                <a:lnTo>
                  <a:pt x="2907063" y="0"/>
                </a:lnTo>
                <a:lnTo>
                  <a:pt x="2907063" y="3616875"/>
                </a:lnTo>
                <a:lnTo>
                  <a:pt x="0" y="3616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9473" y="0"/>
            <a:ext cx="2129253" cy="3131254"/>
          </a:xfrm>
          <a:custGeom>
            <a:avLst/>
            <a:gdLst/>
            <a:ahLst/>
            <a:cxnLst/>
            <a:rect l="l" t="t" r="r" b="b"/>
            <a:pathLst>
              <a:path w="2129253" h="3131254">
                <a:moveTo>
                  <a:pt x="0" y="0"/>
                </a:moveTo>
                <a:lnTo>
                  <a:pt x="2129253" y="0"/>
                </a:lnTo>
                <a:lnTo>
                  <a:pt x="2129253" y="3131254"/>
                </a:lnTo>
                <a:lnTo>
                  <a:pt x="0" y="31312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8101505" y="747275"/>
            <a:ext cx="9927187" cy="8757279"/>
            <a:chOff x="0" y="0"/>
            <a:chExt cx="13236249" cy="1167637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66675"/>
              <a:ext cx="13236249" cy="8107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26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619646"/>
              <a:ext cx="13236249" cy="1005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006"/>
                </a:lnSpc>
              </a:pPr>
              <a:r>
                <a:rPr lang="en-US" sz="2861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AirAware was inspired by the need to make invisible air pollution visible and easy to understand.</a:t>
              </a:r>
            </a:p>
            <a:p>
              <a:pPr algn="just">
                <a:lnSpc>
                  <a:spcPts val="4006"/>
                </a:lnSpc>
              </a:pPr>
              <a:r>
                <a:rPr lang="en-US" sz="2861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 Most people check the weather daily, but rarely check the air quality that directly affects their health.</a:t>
              </a:r>
            </a:p>
            <a:p>
              <a:pPr algn="just">
                <a:lnSpc>
                  <a:spcPts val="4006"/>
                </a:lnSpc>
              </a:pPr>
              <a:r>
                <a:rPr lang="en-US" sz="2861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 This motivated us to design a system that monitors, analyzes, and predicts air quality using machine learning.</a:t>
              </a:r>
            </a:p>
            <a:p>
              <a:pPr algn="just">
                <a:lnSpc>
                  <a:spcPts val="4006"/>
                </a:lnSpc>
              </a:pPr>
              <a:r>
                <a:rPr lang="en-US" sz="2861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 We wanted a simple, interactive dashboard where users can select a city and instantly view AQI and pollutant levels.</a:t>
              </a:r>
            </a:p>
            <a:p>
              <a:pPr algn="just">
                <a:lnSpc>
                  <a:spcPts val="4006"/>
                </a:lnSpc>
              </a:pPr>
              <a:r>
                <a:rPr lang="en-US" sz="2861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 By using gauges, color indicators, and trend charts, AirAware transforms complex data into clear insights.</a:t>
              </a:r>
            </a:p>
            <a:p>
              <a:pPr algn="just">
                <a:lnSpc>
                  <a:spcPts val="4006"/>
                </a:lnSpc>
              </a:pPr>
              <a:r>
                <a:rPr lang="en-US" sz="2861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 Our goal is to create more awareness and provide early warnings about unhealthy air conditions.</a:t>
              </a:r>
            </a:p>
            <a:p>
              <a:pPr marL="0" lvl="0" indent="0" algn="just">
                <a:lnSpc>
                  <a:spcPts val="4006"/>
                </a:lnSpc>
                <a:spcBef>
                  <a:spcPct val="0"/>
                </a:spcBef>
              </a:pPr>
              <a:r>
                <a:rPr lang="en-US" sz="2861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 In the end, AirAware stands as our effort to help communities stay informed, safe, and environmentally responsible.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432609" y="750746"/>
            <a:ext cx="10152355" cy="88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48"/>
              </a:lnSpc>
            </a:pPr>
            <a:r>
              <a:rPr lang="en-US" sz="6893" spc="-275">
                <a:solidFill>
                  <a:srgbClr val="025A40"/>
                </a:solidFill>
                <a:latin typeface="Kalam"/>
                <a:ea typeface="Kalam"/>
                <a:cs typeface="Kalam"/>
                <a:sym typeface="Kalam"/>
              </a:rPr>
              <a:t>The story behind AirAware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86" y="2109577"/>
            <a:ext cx="5413843" cy="7148723"/>
            <a:chOff x="0" y="0"/>
            <a:chExt cx="7375954" cy="9739597"/>
          </a:xfrm>
        </p:grpSpPr>
        <p:sp>
          <p:nvSpPr>
            <p:cNvPr id="3" name="Freeform 3"/>
            <p:cNvSpPr/>
            <p:nvPr/>
          </p:nvSpPr>
          <p:spPr>
            <a:xfrm>
              <a:off x="420113" y="889168"/>
              <a:ext cx="6357744" cy="7781658"/>
            </a:xfrm>
            <a:custGeom>
              <a:avLst/>
              <a:gdLst/>
              <a:ahLst/>
              <a:cxnLst/>
              <a:rect l="l" t="t" r="r" b="b"/>
              <a:pathLst>
                <a:path w="6357744" h="7781658">
                  <a:moveTo>
                    <a:pt x="52327" y="7693459"/>
                  </a:moveTo>
                  <a:cubicBezTo>
                    <a:pt x="1527" y="7218479"/>
                    <a:pt x="-16253" y="3346282"/>
                    <a:pt x="16767" y="2866222"/>
                  </a:cubicBezTo>
                  <a:cubicBezTo>
                    <a:pt x="47247" y="2122002"/>
                    <a:pt x="169167" y="1367622"/>
                    <a:pt x="545087" y="713572"/>
                  </a:cubicBezTo>
                  <a:cubicBezTo>
                    <a:pt x="852427" y="158582"/>
                    <a:pt x="1088647" y="72222"/>
                    <a:pt x="1703327" y="17612"/>
                  </a:cubicBezTo>
                  <a:cubicBezTo>
                    <a:pt x="3777031" y="-20488"/>
                    <a:pt x="5132121" y="-81448"/>
                    <a:pt x="5825541" y="854542"/>
                  </a:cubicBezTo>
                  <a:cubicBezTo>
                    <a:pt x="6054141" y="1198712"/>
                    <a:pt x="6149391" y="1611462"/>
                    <a:pt x="6247181" y="2007702"/>
                  </a:cubicBezTo>
                  <a:cubicBezTo>
                    <a:pt x="6388151" y="2544912"/>
                    <a:pt x="6375451" y="3101172"/>
                    <a:pt x="6313221" y="6360217"/>
                  </a:cubicBezTo>
                  <a:cubicBezTo>
                    <a:pt x="6301791" y="7171489"/>
                    <a:pt x="6291631" y="7304839"/>
                    <a:pt x="6278931" y="7438189"/>
                  </a:cubicBezTo>
                  <a:cubicBezTo>
                    <a:pt x="6252261" y="7548679"/>
                    <a:pt x="6291631" y="7753149"/>
                    <a:pt x="6137961" y="7767119"/>
                  </a:cubicBezTo>
                  <a:cubicBezTo>
                    <a:pt x="5723941" y="7806489"/>
                    <a:pt x="5306111" y="7753149"/>
                    <a:pt x="4890821" y="7755689"/>
                  </a:cubicBezTo>
                  <a:cubicBezTo>
                    <a:pt x="4353611" y="7745529"/>
                    <a:pt x="3816401" y="7739179"/>
                    <a:pt x="2253237" y="7736639"/>
                  </a:cubicBezTo>
                  <a:cubicBezTo>
                    <a:pt x="1830327" y="7732829"/>
                    <a:pt x="1408687" y="7737909"/>
                    <a:pt x="985777" y="7740449"/>
                  </a:cubicBezTo>
                  <a:cubicBezTo>
                    <a:pt x="677167" y="7731559"/>
                    <a:pt x="354587" y="7776009"/>
                    <a:pt x="52327" y="7693459"/>
                  </a:cubicBezTo>
                  <a:close/>
                  <a:moveTo>
                    <a:pt x="146307" y="7659169"/>
                  </a:moveTo>
                  <a:cubicBezTo>
                    <a:pt x="1784607" y="7609639"/>
                    <a:pt x="4451401" y="7661709"/>
                    <a:pt x="6088431" y="7716319"/>
                  </a:cubicBezTo>
                  <a:cubicBezTo>
                    <a:pt x="6168441" y="7717589"/>
                    <a:pt x="6190031" y="7701079"/>
                    <a:pt x="6198921" y="7626149"/>
                  </a:cubicBezTo>
                  <a:cubicBezTo>
                    <a:pt x="6219241" y="7436919"/>
                    <a:pt x="6229401" y="7247689"/>
                    <a:pt x="6240831" y="6621581"/>
                  </a:cubicBezTo>
                  <a:cubicBezTo>
                    <a:pt x="6261151" y="3356442"/>
                    <a:pt x="6295441" y="3041482"/>
                    <a:pt x="6280201" y="2727792"/>
                  </a:cubicBezTo>
                  <a:cubicBezTo>
                    <a:pt x="6253531" y="2295992"/>
                    <a:pt x="6148121" y="1876892"/>
                    <a:pt x="6022391" y="1464142"/>
                  </a:cubicBezTo>
                  <a:cubicBezTo>
                    <a:pt x="5916981" y="1158072"/>
                    <a:pt x="5786171" y="843112"/>
                    <a:pt x="5529631" y="633562"/>
                  </a:cubicBezTo>
                  <a:cubicBezTo>
                    <a:pt x="5029251" y="230972"/>
                    <a:pt x="4365041" y="110322"/>
                    <a:pt x="3738931" y="73492"/>
                  </a:cubicBezTo>
                  <a:cubicBezTo>
                    <a:pt x="2396685" y="60792"/>
                    <a:pt x="1973837" y="73492"/>
                    <a:pt x="1608077" y="111592"/>
                  </a:cubicBezTo>
                  <a:cubicBezTo>
                    <a:pt x="1326137" y="140802"/>
                    <a:pt x="1014987" y="189062"/>
                    <a:pt x="837187" y="434172"/>
                  </a:cubicBezTo>
                  <a:cubicBezTo>
                    <a:pt x="366017" y="1065362"/>
                    <a:pt x="151387" y="1854032"/>
                    <a:pt x="113287" y="2632542"/>
                  </a:cubicBezTo>
                  <a:cubicBezTo>
                    <a:pt x="65027" y="3177372"/>
                    <a:pt x="71377" y="7115609"/>
                    <a:pt x="146307" y="7659169"/>
                  </a:cubicBezTo>
                  <a:close/>
                </a:path>
              </a:pathLst>
            </a:custGeom>
            <a:solidFill>
              <a:srgbClr val="C2738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060545" y="2572716"/>
            <a:ext cx="6166910" cy="6373551"/>
            <a:chOff x="0" y="0"/>
            <a:chExt cx="8668482" cy="8958945"/>
          </a:xfrm>
        </p:grpSpPr>
        <p:sp>
          <p:nvSpPr>
            <p:cNvPr id="5" name="Freeform 5"/>
            <p:cNvSpPr/>
            <p:nvPr/>
          </p:nvSpPr>
          <p:spPr>
            <a:xfrm>
              <a:off x="1372558" y="368792"/>
              <a:ext cx="6172453" cy="7902885"/>
            </a:xfrm>
            <a:custGeom>
              <a:avLst/>
              <a:gdLst/>
              <a:ahLst/>
              <a:cxnLst/>
              <a:rect l="l" t="t" r="r" b="b"/>
              <a:pathLst>
                <a:path w="6172453" h="7902885">
                  <a:moveTo>
                    <a:pt x="5683024" y="1186958"/>
                  </a:moveTo>
                  <a:cubicBezTo>
                    <a:pt x="5909084" y="1211088"/>
                    <a:pt x="6104664" y="1377458"/>
                    <a:pt x="6117364" y="1611138"/>
                  </a:cubicBezTo>
                  <a:cubicBezTo>
                    <a:pt x="6161814" y="2472663"/>
                    <a:pt x="6312943" y="5604383"/>
                    <a:pt x="5796053" y="5836793"/>
                  </a:cubicBezTo>
                  <a:cubicBezTo>
                    <a:pt x="6166893" y="6010783"/>
                    <a:pt x="6130064" y="6460363"/>
                    <a:pt x="6122443" y="6805803"/>
                  </a:cubicBezTo>
                  <a:cubicBezTo>
                    <a:pt x="6089424" y="7156323"/>
                    <a:pt x="6201184" y="7763383"/>
                    <a:pt x="5721124" y="7821803"/>
                  </a:cubicBezTo>
                  <a:cubicBezTo>
                    <a:pt x="4658134" y="7946263"/>
                    <a:pt x="1267772" y="7842123"/>
                    <a:pt x="203512" y="7900543"/>
                  </a:cubicBezTo>
                  <a:cubicBezTo>
                    <a:pt x="56192" y="7911973"/>
                    <a:pt x="16822" y="7885303"/>
                    <a:pt x="9202" y="7736713"/>
                  </a:cubicBezTo>
                  <a:cubicBezTo>
                    <a:pt x="1582" y="7593203"/>
                    <a:pt x="-958" y="7449693"/>
                    <a:pt x="312" y="7306183"/>
                  </a:cubicBezTo>
                  <a:cubicBezTo>
                    <a:pt x="312" y="5811393"/>
                    <a:pt x="62542" y="1705118"/>
                    <a:pt x="132392" y="215408"/>
                  </a:cubicBezTo>
                  <a:cubicBezTo>
                    <a:pt x="159062" y="64278"/>
                    <a:pt x="367342" y="107458"/>
                    <a:pt x="479102" y="75708"/>
                  </a:cubicBezTo>
                  <a:cubicBezTo>
                    <a:pt x="1263962" y="-20812"/>
                    <a:pt x="4369843" y="-18272"/>
                    <a:pt x="5155974" y="45228"/>
                  </a:cubicBezTo>
                  <a:cubicBezTo>
                    <a:pt x="5423943" y="68088"/>
                    <a:pt x="5840503" y="90948"/>
                    <a:pt x="5855743" y="440198"/>
                  </a:cubicBezTo>
                  <a:cubicBezTo>
                    <a:pt x="5874793" y="701818"/>
                    <a:pt x="5844314" y="972328"/>
                    <a:pt x="5683024" y="1186958"/>
                  </a:cubicBezTo>
                  <a:close/>
                  <a:moveTo>
                    <a:pt x="128582" y="5446903"/>
                  </a:moveTo>
                  <a:cubicBezTo>
                    <a:pt x="117152" y="6304153"/>
                    <a:pt x="103182" y="6945503"/>
                    <a:pt x="106992" y="7740523"/>
                  </a:cubicBezTo>
                  <a:cubicBezTo>
                    <a:pt x="106992" y="7812913"/>
                    <a:pt x="114612" y="7816723"/>
                    <a:pt x="187002" y="7812913"/>
                  </a:cubicBezTo>
                  <a:cubicBezTo>
                    <a:pt x="296222" y="7806563"/>
                    <a:pt x="406712" y="7796403"/>
                    <a:pt x="515932" y="7795133"/>
                  </a:cubicBezTo>
                  <a:cubicBezTo>
                    <a:pt x="1918153" y="7801483"/>
                    <a:pt x="4752114" y="7828153"/>
                    <a:pt x="5705884" y="7735443"/>
                  </a:cubicBezTo>
                  <a:cubicBezTo>
                    <a:pt x="5939564" y="7725283"/>
                    <a:pt x="6014493" y="7500493"/>
                    <a:pt x="6022114" y="7297293"/>
                  </a:cubicBezTo>
                  <a:cubicBezTo>
                    <a:pt x="6033543" y="7076313"/>
                    <a:pt x="6044974" y="6854063"/>
                    <a:pt x="6048784" y="6631813"/>
                  </a:cubicBezTo>
                  <a:cubicBezTo>
                    <a:pt x="6048784" y="6352413"/>
                    <a:pt x="6043703" y="6001893"/>
                    <a:pt x="5723664" y="5902833"/>
                  </a:cubicBezTo>
                  <a:cubicBezTo>
                    <a:pt x="5695724" y="5895213"/>
                    <a:pt x="5669053" y="5863463"/>
                    <a:pt x="5660164" y="5838063"/>
                  </a:cubicBezTo>
                  <a:cubicBezTo>
                    <a:pt x="5691914" y="5707253"/>
                    <a:pt x="5982743" y="5764403"/>
                    <a:pt x="6038624" y="5347843"/>
                  </a:cubicBezTo>
                  <a:cubicBezTo>
                    <a:pt x="6099584" y="4134228"/>
                    <a:pt x="6077993" y="1966738"/>
                    <a:pt x="6022114" y="1581928"/>
                  </a:cubicBezTo>
                  <a:cubicBezTo>
                    <a:pt x="6003064" y="1443498"/>
                    <a:pt x="5924324" y="1348248"/>
                    <a:pt x="5792243" y="1301258"/>
                  </a:cubicBezTo>
                  <a:cubicBezTo>
                    <a:pt x="5683024" y="1268238"/>
                    <a:pt x="5498874" y="1272048"/>
                    <a:pt x="5625874" y="1119648"/>
                  </a:cubicBezTo>
                  <a:cubicBezTo>
                    <a:pt x="5785893" y="954548"/>
                    <a:pt x="5890034" y="289068"/>
                    <a:pt x="5603014" y="217948"/>
                  </a:cubicBezTo>
                  <a:cubicBezTo>
                    <a:pt x="5451884" y="158258"/>
                    <a:pt x="5288053" y="143018"/>
                    <a:pt x="5128033" y="132858"/>
                  </a:cubicBezTo>
                  <a:cubicBezTo>
                    <a:pt x="4625114" y="103648"/>
                    <a:pt x="4120923" y="74438"/>
                    <a:pt x="1298252" y="96028"/>
                  </a:cubicBezTo>
                  <a:cubicBezTo>
                    <a:pt x="954082" y="115078"/>
                    <a:pt x="609912" y="145558"/>
                    <a:pt x="269552" y="196358"/>
                  </a:cubicBezTo>
                  <a:cubicBezTo>
                    <a:pt x="235262" y="201438"/>
                    <a:pt x="220022" y="217948"/>
                    <a:pt x="217482" y="253508"/>
                  </a:cubicBezTo>
                  <a:cubicBezTo>
                    <a:pt x="200972" y="419878"/>
                    <a:pt x="161602" y="584978"/>
                    <a:pt x="188272" y="752618"/>
                  </a:cubicBezTo>
                  <a:cubicBezTo>
                    <a:pt x="218752" y="1406668"/>
                    <a:pt x="153982" y="3383109"/>
                    <a:pt x="128582" y="5446903"/>
                  </a:cubicBezTo>
                  <a:close/>
                </a:path>
              </a:pathLst>
            </a:custGeom>
            <a:solidFill>
              <a:srgbClr val="DB936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439303" y="2109577"/>
            <a:ext cx="5246370" cy="6836690"/>
            <a:chOff x="0" y="0"/>
            <a:chExt cx="6350000" cy="8274861"/>
          </a:xfrm>
        </p:grpSpPr>
        <p:sp>
          <p:nvSpPr>
            <p:cNvPr id="7" name="Freeform 7"/>
            <p:cNvSpPr/>
            <p:nvPr/>
          </p:nvSpPr>
          <p:spPr>
            <a:xfrm>
              <a:off x="520643" y="862675"/>
              <a:ext cx="5422729" cy="6744938"/>
            </a:xfrm>
            <a:custGeom>
              <a:avLst/>
              <a:gdLst/>
              <a:ahLst/>
              <a:cxnLst/>
              <a:rect l="l" t="t" r="r" b="b"/>
              <a:pathLst>
                <a:path w="5422729" h="6744938">
                  <a:moveTo>
                    <a:pt x="562667" y="2115475"/>
                  </a:moveTo>
                  <a:cubicBezTo>
                    <a:pt x="154997" y="1781465"/>
                    <a:pt x="223577" y="1088045"/>
                    <a:pt x="144837" y="606715"/>
                  </a:cubicBezTo>
                  <a:cubicBezTo>
                    <a:pt x="139757" y="446695"/>
                    <a:pt x="108007" y="279055"/>
                    <a:pt x="157537" y="124115"/>
                  </a:cubicBezTo>
                  <a:cubicBezTo>
                    <a:pt x="190557" y="55535"/>
                    <a:pt x="476307" y="64425"/>
                    <a:pt x="557587" y="47915"/>
                  </a:cubicBezTo>
                  <a:cubicBezTo>
                    <a:pt x="2046027" y="46645"/>
                    <a:pt x="3534467" y="37755"/>
                    <a:pt x="5022907" y="2195"/>
                  </a:cubicBezTo>
                  <a:cubicBezTo>
                    <a:pt x="5295957" y="-7965"/>
                    <a:pt x="5261667" y="7275"/>
                    <a:pt x="5278177" y="266355"/>
                  </a:cubicBezTo>
                  <a:cubicBezTo>
                    <a:pt x="5275637" y="746415"/>
                    <a:pt x="5363267" y="1801785"/>
                    <a:pt x="4956867" y="2110395"/>
                  </a:cubicBezTo>
                  <a:cubicBezTo>
                    <a:pt x="5350567" y="2257715"/>
                    <a:pt x="5280717" y="2739045"/>
                    <a:pt x="5353107" y="3078135"/>
                  </a:cubicBezTo>
                  <a:cubicBezTo>
                    <a:pt x="5379777" y="3277525"/>
                    <a:pt x="5522017" y="6769566"/>
                    <a:pt x="5301037" y="6735276"/>
                  </a:cubicBezTo>
                  <a:cubicBezTo>
                    <a:pt x="3881177" y="6702255"/>
                    <a:pt x="2461317" y="6742896"/>
                    <a:pt x="1041457" y="6744166"/>
                  </a:cubicBezTo>
                  <a:cubicBezTo>
                    <a:pt x="715067" y="6751786"/>
                    <a:pt x="391217" y="6700986"/>
                    <a:pt x="67367" y="6680666"/>
                  </a:cubicBezTo>
                  <a:cubicBezTo>
                    <a:pt x="38157" y="6684476"/>
                    <a:pt x="8947" y="6667966"/>
                    <a:pt x="1327" y="6638755"/>
                  </a:cubicBezTo>
                  <a:cubicBezTo>
                    <a:pt x="-8833" y="6195526"/>
                    <a:pt x="41967" y="5748486"/>
                    <a:pt x="64827" y="3380395"/>
                  </a:cubicBezTo>
                  <a:cubicBezTo>
                    <a:pt x="143567" y="2962565"/>
                    <a:pt x="-27883" y="2170085"/>
                    <a:pt x="562667" y="2115475"/>
                  </a:cubicBezTo>
                  <a:close/>
                  <a:moveTo>
                    <a:pt x="118167" y="6596846"/>
                  </a:moveTo>
                  <a:cubicBezTo>
                    <a:pt x="1813617" y="6704796"/>
                    <a:pt x="3517957" y="6529536"/>
                    <a:pt x="5210867" y="6674316"/>
                  </a:cubicBezTo>
                  <a:cubicBezTo>
                    <a:pt x="5302307" y="6679396"/>
                    <a:pt x="5304847" y="6591766"/>
                    <a:pt x="5311197" y="6525726"/>
                  </a:cubicBezTo>
                  <a:cubicBezTo>
                    <a:pt x="5339137" y="5969466"/>
                    <a:pt x="5301037" y="4100624"/>
                    <a:pt x="5231187" y="2934625"/>
                  </a:cubicBezTo>
                  <a:cubicBezTo>
                    <a:pt x="5207057" y="2721265"/>
                    <a:pt x="5191817" y="2495205"/>
                    <a:pt x="5081327" y="2304705"/>
                  </a:cubicBezTo>
                  <a:cubicBezTo>
                    <a:pt x="5031797" y="2224695"/>
                    <a:pt x="4927657" y="2222155"/>
                    <a:pt x="4843837" y="2205645"/>
                  </a:cubicBezTo>
                  <a:cubicBezTo>
                    <a:pt x="4770177" y="2201835"/>
                    <a:pt x="4762557" y="2123095"/>
                    <a:pt x="4823517" y="2090075"/>
                  </a:cubicBezTo>
                  <a:cubicBezTo>
                    <a:pt x="5073707" y="1938945"/>
                    <a:pt x="5097837" y="1627795"/>
                    <a:pt x="5128317" y="1364905"/>
                  </a:cubicBezTo>
                  <a:cubicBezTo>
                    <a:pt x="5163877" y="936915"/>
                    <a:pt x="5163877" y="506385"/>
                    <a:pt x="5158797" y="77125"/>
                  </a:cubicBezTo>
                  <a:cubicBezTo>
                    <a:pt x="3515417" y="133005"/>
                    <a:pt x="1873307" y="157135"/>
                    <a:pt x="228657" y="155865"/>
                  </a:cubicBezTo>
                  <a:cubicBezTo>
                    <a:pt x="252787" y="508925"/>
                    <a:pt x="284537" y="850555"/>
                    <a:pt x="327717" y="1199805"/>
                  </a:cubicBezTo>
                  <a:cubicBezTo>
                    <a:pt x="373437" y="1535085"/>
                    <a:pt x="402647" y="1922435"/>
                    <a:pt x="729037" y="2110395"/>
                  </a:cubicBezTo>
                  <a:cubicBezTo>
                    <a:pt x="854767" y="2260255"/>
                    <a:pt x="414077" y="2120555"/>
                    <a:pt x="313747" y="2365665"/>
                  </a:cubicBezTo>
                  <a:cubicBezTo>
                    <a:pt x="201987" y="2610775"/>
                    <a:pt x="228657" y="2895255"/>
                    <a:pt x="195637" y="3159415"/>
                  </a:cubicBezTo>
                  <a:cubicBezTo>
                    <a:pt x="168967" y="5589736"/>
                    <a:pt x="121977" y="6088846"/>
                    <a:pt x="118167" y="6596846"/>
                  </a:cubicBezTo>
                  <a:close/>
                </a:path>
              </a:pathLst>
            </a:custGeom>
            <a:solidFill>
              <a:srgbClr val="F6DB86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28700" y="843607"/>
            <a:ext cx="16230600" cy="1330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01"/>
              </a:lnSpc>
              <a:spcBef>
                <a:spcPct val="0"/>
              </a:spcBef>
            </a:pPr>
            <a:r>
              <a:rPr lang="en-US" sz="10001" spc="-400">
                <a:solidFill>
                  <a:srgbClr val="025A40"/>
                </a:solidFill>
                <a:latin typeface="Kalam"/>
                <a:ea typeface="Kalam"/>
                <a:cs typeface="Kalam"/>
                <a:sym typeface="Kalam"/>
              </a:rPr>
              <a:t>Technologies Used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56952" y="3378971"/>
            <a:ext cx="3474893" cy="4767822"/>
            <a:chOff x="0" y="0"/>
            <a:chExt cx="4633191" cy="635709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4633191" cy="771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08"/>
                </a:lnSpc>
                <a:spcBef>
                  <a:spcPct val="0"/>
                </a:spcBef>
              </a:pPr>
              <a:r>
                <a:rPr lang="en-US" sz="3756" b="1">
                  <a:solidFill>
                    <a:srgbClr val="025A4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Front End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39661"/>
              <a:ext cx="4633191" cy="531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63185" lvl="1" indent="-231592" algn="ctr">
                <a:lnSpc>
                  <a:spcPts val="3003"/>
                </a:lnSpc>
                <a:buFont typeface="Arial"/>
                <a:buChar char="•"/>
              </a:pPr>
              <a:r>
                <a:rPr lang="en-US" sz="2145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HTML5 – for structuring the user interface</a:t>
              </a:r>
            </a:p>
            <a:p>
              <a:pPr marL="463185" lvl="1" indent="-231592" algn="ctr">
                <a:lnSpc>
                  <a:spcPts val="3003"/>
                </a:lnSpc>
                <a:buFont typeface="Arial"/>
                <a:buChar char="•"/>
              </a:pPr>
              <a:r>
                <a:rPr lang="en-US" sz="2145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CSS3 – for styling</a:t>
              </a:r>
            </a:p>
            <a:p>
              <a:pPr marL="463185" lvl="1" indent="-231592" algn="ctr">
                <a:lnSpc>
                  <a:spcPts val="3003"/>
                </a:lnSpc>
                <a:buFont typeface="Arial"/>
                <a:buChar char="•"/>
              </a:pPr>
              <a:r>
                <a:rPr lang="en-US" sz="2145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JavaScript – for dynamic AQI </a:t>
              </a:r>
            </a:p>
            <a:p>
              <a:pPr marL="463185" lvl="1" indent="-231592" algn="ctr">
                <a:lnSpc>
                  <a:spcPts val="3003"/>
                </a:lnSpc>
                <a:buFont typeface="Arial"/>
                <a:buChar char="•"/>
              </a:pPr>
              <a:r>
                <a:rPr lang="en-US" sz="2145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Chart.js – for AQI trend graph visualization</a:t>
              </a:r>
            </a:p>
            <a:p>
              <a:pPr marL="463185" lvl="1" indent="-231592" algn="ctr">
                <a:lnSpc>
                  <a:spcPts val="3003"/>
                </a:lnSpc>
                <a:buFont typeface="Arial"/>
                <a:buChar char="•"/>
              </a:pPr>
              <a:r>
                <a:rPr lang="en-US" sz="2145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Google Fonts – for custom, cleatypography</a:t>
              </a:r>
            </a:p>
            <a:p>
              <a:pPr algn="ctr">
                <a:lnSpc>
                  <a:spcPts val="2303"/>
                </a:lnSpc>
              </a:pPr>
              <a:endParaRPr lang="en-US" sz="2145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lvl="0" indent="0" algn="ctr">
                <a:lnSpc>
                  <a:spcPts val="2303"/>
                </a:lnSpc>
                <a:spcBef>
                  <a:spcPct val="0"/>
                </a:spcBef>
              </a:pPr>
              <a:endParaRPr lang="en-US" sz="2145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51405" y="3365692"/>
            <a:ext cx="3537950" cy="4787599"/>
            <a:chOff x="0" y="0"/>
            <a:chExt cx="4717267" cy="638346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4717267" cy="774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44"/>
                </a:lnSpc>
                <a:spcBef>
                  <a:spcPct val="0"/>
                </a:spcBef>
              </a:pPr>
              <a:r>
                <a:rPr lang="en-US" sz="3870" b="1">
                  <a:solidFill>
                    <a:srgbClr val="025A4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Dataset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06085"/>
              <a:ext cx="4717267" cy="5277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65"/>
                </a:lnSpc>
              </a:pPr>
              <a:r>
                <a:rPr lang="en-US" sz="2046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Air Quality Prediction of Andhra Pradesh (Kaggle)</a:t>
              </a:r>
            </a:p>
            <a:p>
              <a:pPr marL="441908" lvl="1" indent="-220954" algn="ctr">
                <a:lnSpc>
                  <a:spcPts val="2865"/>
                </a:lnSpc>
                <a:buFont typeface="Arial"/>
                <a:buChar char="•"/>
              </a:pPr>
              <a:r>
                <a:rPr lang="en-US" sz="2046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The dataset contains real air quality measurements collected from different cities in Andhra Pradesh.</a:t>
              </a:r>
            </a:p>
            <a:p>
              <a:pPr marL="441908" lvl="1" indent="-220954" algn="ctr">
                <a:lnSpc>
                  <a:spcPts val="2865"/>
                </a:lnSpc>
                <a:buFont typeface="Arial"/>
                <a:buChar char="•"/>
              </a:pPr>
              <a:r>
                <a:rPr lang="en-US" sz="2046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It includes major pollutant features such as PM2.5, PM10, NO₂, SO₂, CO, and the overall AQI.</a:t>
              </a:r>
            </a:p>
            <a:p>
              <a:pPr marL="0" lvl="0" indent="0" algn="ctr">
                <a:lnSpc>
                  <a:spcPts val="2865"/>
                </a:lnSpc>
                <a:spcBef>
                  <a:spcPct val="0"/>
                </a:spcBef>
              </a:pPr>
              <a:endParaRPr lang="en-US" sz="2046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341689" y="3273910"/>
            <a:ext cx="3604622" cy="4733983"/>
            <a:chOff x="0" y="0"/>
            <a:chExt cx="4806163" cy="631197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4806163" cy="876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91"/>
                </a:lnSpc>
                <a:spcBef>
                  <a:spcPct val="0"/>
                </a:spcBef>
              </a:pPr>
              <a:r>
                <a:rPr lang="en-US" sz="4326" b="1">
                  <a:solidFill>
                    <a:srgbClr val="025A4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Backend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269398"/>
              <a:ext cx="4806163" cy="5042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0901" lvl="1" indent="-235451" algn="ctr">
                <a:lnSpc>
                  <a:spcPts val="3053"/>
                </a:lnSpc>
                <a:buFont typeface="Arial"/>
                <a:buChar char="•"/>
              </a:pPr>
              <a:r>
                <a:rPr lang="en-US" sz="2181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Python – main backend programming language</a:t>
              </a:r>
            </a:p>
            <a:p>
              <a:pPr marL="470901" lvl="1" indent="-235451" algn="ctr">
                <a:lnSpc>
                  <a:spcPts val="3053"/>
                </a:lnSpc>
                <a:buFont typeface="Arial"/>
                <a:buChar char="•"/>
              </a:pPr>
              <a:r>
                <a:rPr lang="en-US" sz="2181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Flask / FastAPI – to build APIs that send model predictions to the UI</a:t>
              </a:r>
            </a:p>
            <a:p>
              <a:pPr marL="470901" lvl="1" indent="-235451" algn="ctr">
                <a:lnSpc>
                  <a:spcPts val="3053"/>
                </a:lnSpc>
                <a:buFont typeface="Arial"/>
                <a:buChar char="•"/>
              </a:pPr>
              <a:r>
                <a:rPr lang="en-US" sz="2181">
                  <a:solidFill>
                    <a:srgbClr val="025A40"/>
                  </a:solidFill>
                  <a:latin typeface="Nunito"/>
                  <a:ea typeface="Nunito"/>
                  <a:cs typeface="Nunito"/>
                  <a:sym typeface="Nunito"/>
                </a:rPr>
                <a:t>JSON API Responses – for sending AQI + pollutant values to frontend</a:t>
              </a:r>
            </a:p>
            <a:p>
              <a:pPr algn="ctr">
                <a:lnSpc>
                  <a:spcPts val="3053"/>
                </a:lnSpc>
                <a:spcBef>
                  <a:spcPct val="0"/>
                </a:spcBef>
              </a:pPr>
              <a:endParaRPr lang="en-US" sz="2181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9504553"/>
            <a:ext cx="18288000" cy="782447"/>
            <a:chOff x="0" y="0"/>
            <a:chExt cx="4816593" cy="2060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816592" cy="206076"/>
            </a:xfrm>
            <a:custGeom>
              <a:avLst/>
              <a:gdLst/>
              <a:ahLst/>
              <a:cxnLst/>
              <a:rect l="l" t="t" r="r" b="b"/>
              <a:pathLst>
                <a:path w="4816592" h="206076">
                  <a:moveTo>
                    <a:pt x="0" y="0"/>
                  </a:moveTo>
                  <a:lnTo>
                    <a:pt x="4816592" y="0"/>
                  </a:lnTo>
                  <a:lnTo>
                    <a:pt x="4816592" y="206076"/>
                  </a:lnTo>
                  <a:lnTo>
                    <a:pt x="0" y="206076"/>
                  </a:lnTo>
                  <a:close/>
                </a:path>
              </a:pathLst>
            </a:custGeom>
            <a:solidFill>
              <a:srgbClr val="025A4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816593" cy="244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20798" y="5865373"/>
            <a:ext cx="7138502" cy="3789713"/>
            <a:chOff x="0" y="0"/>
            <a:chExt cx="11511451" cy="6111240"/>
          </a:xfrm>
        </p:grpSpPr>
        <p:sp>
          <p:nvSpPr>
            <p:cNvPr id="3" name="Freeform 3"/>
            <p:cNvSpPr/>
            <p:nvPr/>
          </p:nvSpPr>
          <p:spPr>
            <a:xfrm>
              <a:off x="129473" y="1897734"/>
              <a:ext cx="11211746" cy="2950598"/>
            </a:xfrm>
            <a:custGeom>
              <a:avLst/>
              <a:gdLst/>
              <a:ahLst/>
              <a:cxnLst/>
              <a:rect l="l" t="t" r="r" b="b"/>
              <a:pathLst>
                <a:path w="11211746" h="2950598">
                  <a:moveTo>
                    <a:pt x="9535398" y="54256"/>
                  </a:moveTo>
                  <a:cubicBezTo>
                    <a:pt x="9517618" y="42826"/>
                    <a:pt x="9507458" y="37746"/>
                    <a:pt x="9498568" y="31396"/>
                  </a:cubicBezTo>
                  <a:cubicBezTo>
                    <a:pt x="9498568" y="28856"/>
                    <a:pt x="9498568" y="26316"/>
                    <a:pt x="9498568" y="23776"/>
                  </a:cubicBezTo>
                  <a:cubicBezTo>
                    <a:pt x="9507458" y="23776"/>
                    <a:pt x="9515078" y="21236"/>
                    <a:pt x="9523968" y="22506"/>
                  </a:cubicBezTo>
                  <a:cubicBezTo>
                    <a:pt x="9593818" y="33936"/>
                    <a:pt x="9663668" y="47906"/>
                    <a:pt x="9733518" y="56796"/>
                  </a:cubicBezTo>
                  <a:cubicBezTo>
                    <a:pt x="9869408" y="75846"/>
                    <a:pt x="10006568" y="89816"/>
                    <a:pt x="10142458" y="111406"/>
                  </a:cubicBezTo>
                  <a:cubicBezTo>
                    <a:pt x="10255488" y="129186"/>
                    <a:pt x="10368518" y="154586"/>
                    <a:pt x="10481548" y="177446"/>
                  </a:cubicBezTo>
                  <a:cubicBezTo>
                    <a:pt x="10494248" y="179986"/>
                    <a:pt x="10505678" y="187606"/>
                    <a:pt x="10518378" y="192686"/>
                  </a:cubicBezTo>
                  <a:cubicBezTo>
                    <a:pt x="10517108" y="196496"/>
                    <a:pt x="10517108" y="200306"/>
                    <a:pt x="10515838" y="204116"/>
                  </a:cubicBezTo>
                  <a:cubicBezTo>
                    <a:pt x="10444718" y="192686"/>
                    <a:pt x="10373598" y="181256"/>
                    <a:pt x="10302478" y="169826"/>
                  </a:cubicBezTo>
                  <a:cubicBezTo>
                    <a:pt x="10301208" y="172366"/>
                    <a:pt x="10301208" y="174906"/>
                    <a:pt x="10299938" y="177446"/>
                  </a:cubicBezTo>
                  <a:cubicBezTo>
                    <a:pt x="10315178" y="182526"/>
                    <a:pt x="10331688" y="186336"/>
                    <a:pt x="10346928" y="191416"/>
                  </a:cubicBezTo>
                  <a:cubicBezTo>
                    <a:pt x="10429478" y="215546"/>
                    <a:pt x="10512028" y="238406"/>
                    <a:pt x="10593308" y="263806"/>
                  </a:cubicBezTo>
                  <a:cubicBezTo>
                    <a:pt x="10848578" y="346356"/>
                    <a:pt x="11006058" y="525426"/>
                    <a:pt x="11091148" y="774346"/>
                  </a:cubicBezTo>
                  <a:cubicBezTo>
                    <a:pt x="11157188" y="968656"/>
                    <a:pt x="11186398" y="1170586"/>
                    <a:pt x="11199098" y="1373786"/>
                  </a:cubicBezTo>
                  <a:cubicBezTo>
                    <a:pt x="11215608" y="1485546"/>
                    <a:pt x="11221958" y="1634136"/>
                    <a:pt x="11180048" y="1881786"/>
                  </a:cubicBezTo>
                  <a:cubicBezTo>
                    <a:pt x="11155918" y="2025296"/>
                    <a:pt x="11112738" y="2161186"/>
                    <a:pt x="11044158" y="2289456"/>
                  </a:cubicBezTo>
                  <a:cubicBezTo>
                    <a:pt x="10933668" y="2492656"/>
                    <a:pt x="10760948" y="2624736"/>
                    <a:pt x="10552668" y="2714906"/>
                  </a:cubicBezTo>
                  <a:cubicBezTo>
                    <a:pt x="10321528" y="2815236"/>
                    <a:pt x="10076418" y="2863496"/>
                    <a:pt x="9828768" y="2895246"/>
                  </a:cubicBezTo>
                  <a:cubicBezTo>
                    <a:pt x="9413478" y="2948586"/>
                    <a:pt x="8996918" y="2954936"/>
                    <a:pt x="8579088" y="2948586"/>
                  </a:cubicBezTo>
                  <a:cubicBezTo>
                    <a:pt x="6528314" y="2939696"/>
                    <a:pt x="2377507" y="2915566"/>
                    <a:pt x="1859347" y="2872386"/>
                  </a:cubicBezTo>
                  <a:cubicBezTo>
                    <a:pt x="1501207" y="2841906"/>
                    <a:pt x="1144337" y="2811426"/>
                    <a:pt x="792547" y="2732686"/>
                  </a:cubicBezTo>
                  <a:cubicBezTo>
                    <a:pt x="704917" y="2712366"/>
                    <a:pt x="617287" y="2685696"/>
                    <a:pt x="533467" y="2652676"/>
                  </a:cubicBezTo>
                  <a:cubicBezTo>
                    <a:pt x="294707" y="2561236"/>
                    <a:pt x="146117" y="2388516"/>
                    <a:pt x="77537" y="2143406"/>
                  </a:cubicBezTo>
                  <a:cubicBezTo>
                    <a:pt x="19117" y="1937666"/>
                    <a:pt x="1337" y="1725576"/>
                    <a:pt x="67" y="1513486"/>
                  </a:cubicBezTo>
                  <a:cubicBezTo>
                    <a:pt x="-1203" y="1485546"/>
                    <a:pt x="15307" y="1286156"/>
                    <a:pt x="64837" y="1056286"/>
                  </a:cubicBezTo>
                  <a:cubicBezTo>
                    <a:pt x="149927" y="656236"/>
                    <a:pt x="387417" y="385726"/>
                    <a:pt x="763337" y="232056"/>
                  </a:cubicBezTo>
                  <a:cubicBezTo>
                    <a:pt x="1009717" y="131726"/>
                    <a:pt x="1267527" y="82196"/>
                    <a:pt x="1530417" y="52986"/>
                  </a:cubicBezTo>
                  <a:cubicBezTo>
                    <a:pt x="1872047" y="13616"/>
                    <a:pt x="2216217" y="4726"/>
                    <a:pt x="2560387" y="916"/>
                  </a:cubicBezTo>
                  <a:cubicBezTo>
                    <a:pt x="8237458" y="-4164"/>
                    <a:pt x="8751808" y="12346"/>
                    <a:pt x="9267428" y="39016"/>
                  </a:cubicBezTo>
                  <a:cubicBezTo>
                    <a:pt x="9339818" y="42826"/>
                    <a:pt x="9410938" y="49176"/>
                    <a:pt x="9483328" y="54256"/>
                  </a:cubicBezTo>
                  <a:cubicBezTo>
                    <a:pt x="9496028" y="54256"/>
                    <a:pt x="9511268" y="54256"/>
                    <a:pt x="9535398" y="54256"/>
                  </a:cubicBezTo>
                  <a:close/>
                  <a:moveTo>
                    <a:pt x="8193008" y="74576"/>
                  </a:moveTo>
                  <a:cubicBezTo>
                    <a:pt x="8193008" y="73306"/>
                    <a:pt x="8193008" y="73306"/>
                    <a:pt x="8193008" y="72036"/>
                  </a:cubicBezTo>
                  <a:cubicBezTo>
                    <a:pt x="5488106" y="72036"/>
                    <a:pt x="2639127" y="69496"/>
                    <a:pt x="2443547" y="72036"/>
                  </a:cubicBezTo>
                  <a:cubicBezTo>
                    <a:pt x="2124777" y="77116"/>
                    <a:pt x="1806007" y="91086"/>
                    <a:pt x="1488507" y="134266"/>
                  </a:cubicBezTo>
                  <a:cubicBezTo>
                    <a:pt x="1254827" y="166016"/>
                    <a:pt x="1026227" y="214276"/>
                    <a:pt x="807787" y="305716"/>
                  </a:cubicBezTo>
                  <a:cubicBezTo>
                    <a:pt x="450917" y="454306"/>
                    <a:pt x="221047" y="712116"/>
                    <a:pt x="144847" y="1094386"/>
                  </a:cubicBezTo>
                  <a:cubicBezTo>
                    <a:pt x="115637" y="1241706"/>
                    <a:pt x="99127" y="1391566"/>
                    <a:pt x="87697" y="1485546"/>
                  </a:cubicBezTo>
                  <a:cubicBezTo>
                    <a:pt x="68647" y="1560476"/>
                    <a:pt x="81347" y="1815746"/>
                    <a:pt x="141037" y="2068476"/>
                  </a:cubicBezTo>
                  <a:cubicBezTo>
                    <a:pt x="207077" y="2351686"/>
                    <a:pt x="375987" y="2542186"/>
                    <a:pt x="654117" y="2633626"/>
                  </a:cubicBezTo>
                  <a:cubicBezTo>
                    <a:pt x="737937" y="2661566"/>
                    <a:pt x="823027" y="2685696"/>
                    <a:pt x="909387" y="2702206"/>
                  </a:cubicBezTo>
                  <a:cubicBezTo>
                    <a:pt x="1294197" y="2778406"/>
                    <a:pt x="1684087" y="2813966"/>
                    <a:pt x="2073977" y="2835556"/>
                  </a:cubicBezTo>
                  <a:cubicBezTo>
                    <a:pt x="2490537" y="2858416"/>
                    <a:pt x="6701680" y="2873656"/>
                    <a:pt x="8486378" y="2882546"/>
                  </a:cubicBezTo>
                  <a:cubicBezTo>
                    <a:pt x="8918178" y="2892706"/>
                    <a:pt x="9351248" y="2878736"/>
                    <a:pt x="9780508" y="2821586"/>
                  </a:cubicBezTo>
                  <a:cubicBezTo>
                    <a:pt x="10024348" y="2788566"/>
                    <a:pt x="10264378" y="2736496"/>
                    <a:pt x="10492978" y="2639976"/>
                  </a:cubicBezTo>
                  <a:cubicBezTo>
                    <a:pt x="10824448" y="2500276"/>
                    <a:pt x="11021298" y="2251356"/>
                    <a:pt x="11094958" y="1900836"/>
                  </a:cubicBezTo>
                  <a:cubicBezTo>
                    <a:pt x="11135598" y="1707796"/>
                    <a:pt x="11136868" y="1513486"/>
                    <a:pt x="11129248" y="1485546"/>
                  </a:cubicBezTo>
                  <a:cubicBezTo>
                    <a:pt x="11120358" y="1314096"/>
                    <a:pt x="11093688" y="1072796"/>
                    <a:pt x="11016218" y="839116"/>
                  </a:cubicBezTo>
                  <a:cubicBezTo>
                    <a:pt x="10934938" y="592736"/>
                    <a:pt x="10783808" y="411126"/>
                    <a:pt x="10531078" y="327306"/>
                  </a:cubicBezTo>
                  <a:cubicBezTo>
                    <a:pt x="10425668" y="293016"/>
                    <a:pt x="10321528" y="257456"/>
                    <a:pt x="10213578" y="230786"/>
                  </a:cubicBezTo>
                  <a:cubicBezTo>
                    <a:pt x="10038318" y="186336"/>
                    <a:pt x="9866868" y="126646"/>
                    <a:pt x="9682718" y="120296"/>
                  </a:cubicBezTo>
                  <a:cubicBezTo>
                    <a:pt x="9329658" y="108866"/>
                    <a:pt x="8975328" y="87276"/>
                    <a:pt x="8622268" y="74576"/>
                  </a:cubicBezTo>
                  <a:cubicBezTo>
                    <a:pt x="8478758" y="70766"/>
                    <a:pt x="8336518" y="74576"/>
                    <a:pt x="8193008" y="74576"/>
                  </a:cubicBezTo>
                  <a:close/>
                </a:path>
              </a:pathLst>
            </a:custGeom>
            <a:solidFill>
              <a:srgbClr val="F6DB86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120798" y="3887802"/>
            <a:ext cx="7138502" cy="3789713"/>
            <a:chOff x="0" y="0"/>
            <a:chExt cx="11511451" cy="6111240"/>
          </a:xfrm>
        </p:grpSpPr>
        <p:sp>
          <p:nvSpPr>
            <p:cNvPr id="5" name="Freeform 5"/>
            <p:cNvSpPr/>
            <p:nvPr/>
          </p:nvSpPr>
          <p:spPr>
            <a:xfrm>
              <a:off x="129473" y="1897734"/>
              <a:ext cx="11211746" cy="2950598"/>
            </a:xfrm>
            <a:custGeom>
              <a:avLst/>
              <a:gdLst/>
              <a:ahLst/>
              <a:cxnLst/>
              <a:rect l="l" t="t" r="r" b="b"/>
              <a:pathLst>
                <a:path w="11211746" h="2950598">
                  <a:moveTo>
                    <a:pt x="9535398" y="54256"/>
                  </a:moveTo>
                  <a:cubicBezTo>
                    <a:pt x="9517618" y="42826"/>
                    <a:pt x="9507458" y="37746"/>
                    <a:pt x="9498568" y="31396"/>
                  </a:cubicBezTo>
                  <a:cubicBezTo>
                    <a:pt x="9498568" y="28856"/>
                    <a:pt x="9498568" y="26316"/>
                    <a:pt x="9498568" y="23776"/>
                  </a:cubicBezTo>
                  <a:cubicBezTo>
                    <a:pt x="9507458" y="23776"/>
                    <a:pt x="9515078" y="21236"/>
                    <a:pt x="9523968" y="22506"/>
                  </a:cubicBezTo>
                  <a:cubicBezTo>
                    <a:pt x="9593818" y="33936"/>
                    <a:pt x="9663668" y="47906"/>
                    <a:pt x="9733518" y="56796"/>
                  </a:cubicBezTo>
                  <a:cubicBezTo>
                    <a:pt x="9869408" y="75846"/>
                    <a:pt x="10006568" y="89816"/>
                    <a:pt x="10142458" y="111406"/>
                  </a:cubicBezTo>
                  <a:cubicBezTo>
                    <a:pt x="10255488" y="129186"/>
                    <a:pt x="10368518" y="154586"/>
                    <a:pt x="10481548" y="177446"/>
                  </a:cubicBezTo>
                  <a:cubicBezTo>
                    <a:pt x="10494248" y="179986"/>
                    <a:pt x="10505678" y="187606"/>
                    <a:pt x="10518378" y="192686"/>
                  </a:cubicBezTo>
                  <a:cubicBezTo>
                    <a:pt x="10517108" y="196496"/>
                    <a:pt x="10517108" y="200306"/>
                    <a:pt x="10515838" y="204116"/>
                  </a:cubicBezTo>
                  <a:cubicBezTo>
                    <a:pt x="10444718" y="192686"/>
                    <a:pt x="10373598" y="181256"/>
                    <a:pt x="10302478" y="169826"/>
                  </a:cubicBezTo>
                  <a:cubicBezTo>
                    <a:pt x="10301208" y="172366"/>
                    <a:pt x="10301208" y="174906"/>
                    <a:pt x="10299938" y="177446"/>
                  </a:cubicBezTo>
                  <a:cubicBezTo>
                    <a:pt x="10315178" y="182526"/>
                    <a:pt x="10331688" y="186336"/>
                    <a:pt x="10346928" y="191416"/>
                  </a:cubicBezTo>
                  <a:cubicBezTo>
                    <a:pt x="10429478" y="215546"/>
                    <a:pt x="10512028" y="238406"/>
                    <a:pt x="10593308" y="263806"/>
                  </a:cubicBezTo>
                  <a:cubicBezTo>
                    <a:pt x="10848578" y="346356"/>
                    <a:pt x="11006058" y="525426"/>
                    <a:pt x="11091148" y="774346"/>
                  </a:cubicBezTo>
                  <a:cubicBezTo>
                    <a:pt x="11157188" y="968656"/>
                    <a:pt x="11186398" y="1170586"/>
                    <a:pt x="11199098" y="1373786"/>
                  </a:cubicBezTo>
                  <a:cubicBezTo>
                    <a:pt x="11215608" y="1485546"/>
                    <a:pt x="11221958" y="1634136"/>
                    <a:pt x="11180048" y="1881786"/>
                  </a:cubicBezTo>
                  <a:cubicBezTo>
                    <a:pt x="11155918" y="2025296"/>
                    <a:pt x="11112738" y="2161186"/>
                    <a:pt x="11044158" y="2289456"/>
                  </a:cubicBezTo>
                  <a:cubicBezTo>
                    <a:pt x="10933668" y="2492656"/>
                    <a:pt x="10760948" y="2624736"/>
                    <a:pt x="10552668" y="2714906"/>
                  </a:cubicBezTo>
                  <a:cubicBezTo>
                    <a:pt x="10321528" y="2815236"/>
                    <a:pt x="10076418" y="2863496"/>
                    <a:pt x="9828768" y="2895246"/>
                  </a:cubicBezTo>
                  <a:cubicBezTo>
                    <a:pt x="9413478" y="2948586"/>
                    <a:pt x="8996918" y="2954936"/>
                    <a:pt x="8579088" y="2948586"/>
                  </a:cubicBezTo>
                  <a:cubicBezTo>
                    <a:pt x="6528314" y="2939696"/>
                    <a:pt x="2377507" y="2915566"/>
                    <a:pt x="1859347" y="2872386"/>
                  </a:cubicBezTo>
                  <a:cubicBezTo>
                    <a:pt x="1501207" y="2841906"/>
                    <a:pt x="1144337" y="2811426"/>
                    <a:pt x="792547" y="2732686"/>
                  </a:cubicBezTo>
                  <a:cubicBezTo>
                    <a:pt x="704917" y="2712366"/>
                    <a:pt x="617287" y="2685696"/>
                    <a:pt x="533467" y="2652676"/>
                  </a:cubicBezTo>
                  <a:cubicBezTo>
                    <a:pt x="294707" y="2561236"/>
                    <a:pt x="146117" y="2388516"/>
                    <a:pt x="77537" y="2143406"/>
                  </a:cubicBezTo>
                  <a:cubicBezTo>
                    <a:pt x="19117" y="1937666"/>
                    <a:pt x="1337" y="1725576"/>
                    <a:pt x="67" y="1513486"/>
                  </a:cubicBezTo>
                  <a:cubicBezTo>
                    <a:pt x="-1203" y="1485546"/>
                    <a:pt x="15307" y="1286156"/>
                    <a:pt x="64837" y="1056286"/>
                  </a:cubicBezTo>
                  <a:cubicBezTo>
                    <a:pt x="149927" y="656236"/>
                    <a:pt x="387417" y="385726"/>
                    <a:pt x="763337" y="232056"/>
                  </a:cubicBezTo>
                  <a:cubicBezTo>
                    <a:pt x="1009717" y="131726"/>
                    <a:pt x="1267527" y="82196"/>
                    <a:pt x="1530417" y="52986"/>
                  </a:cubicBezTo>
                  <a:cubicBezTo>
                    <a:pt x="1872047" y="13616"/>
                    <a:pt x="2216217" y="4726"/>
                    <a:pt x="2560387" y="916"/>
                  </a:cubicBezTo>
                  <a:cubicBezTo>
                    <a:pt x="8237458" y="-4164"/>
                    <a:pt x="8751808" y="12346"/>
                    <a:pt x="9267428" y="39016"/>
                  </a:cubicBezTo>
                  <a:cubicBezTo>
                    <a:pt x="9339818" y="42826"/>
                    <a:pt x="9410938" y="49176"/>
                    <a:pt x="9483328" y="54256"/>
                  </a:cubicBezTo>
                  <a:cubicBezTo>
                    <a:pt x="9496028" y="54256"/>
                    <a:pt x="9511268" y="54256"/>
                    <a:pt x="9535398" y="54256"/>
                  </a:cubicBezTo>
                  <a:close/>
                  <a:moveTo>
                    <a:pt x="8193008" y="74576"/>
                  </a:moveTo>
                  <a:cubicBezTo>
                    <a:pt x="8193008" y="73306"/>
                    <a:pt x="8193008" y="73306"/>
                    <a:pt x="8193008" y="72036"/>
                  </a:cubicBezTo>
                  <a:cubicBezTo>
                    <a:pt x="5488106" y="72036"/>
                    <a:pt x="2639127" y="69496"/>
                    <a:pt x="2443547" y="72036"/>
                  </a:cubicBezTo>
                  <a:cubicBezTo>
                    <a:pt x="2124777" y="77116"/>
                    <a:pt x="1806007" y="91086"/>
                    <a:pt x="1488507" y="134266"/>
                  </a:cubicBezTo>
                  <a:cubicBezTo>
                    <a:pt x="1254827" y="166016"/>
                    <a:pt x="1026227" y="214276"/>
                    <a:pt x="807787" y="305716"/>
                  </a:cubicBezTo>
                  <a:cubicBezTo>
                    <a:pt x="450917" y="454306"/>
                    <a:pt x="221047" y="712116"/>
                    <a:pt x="144847" y="1094386"/>
                  </a:cubicBezTo>
                  <a:cubicBezTo>
                    <a:pt x="115637" y="1241706"/>
                    <a:pt x="99127" y="1391566"/>
                    <a:pt x="87697" y="1485546"/>
                  </a:cubicBezTo>
                  <a:cubicBezTo>
                    <a:pt x="68647" y="1560476"/>
                    <a:pt x="81347" y="1815746"/>
                    <a:pt x="141037" y="2068476"/>
                  </a:cubicBezTo>
                  <a:cubicBezTo>
                    <a:pt x="207077" y="2351686"/>
                    <a:pt x="375987" y="2542186"/>
                    <a:pt x="654117" y="2633626"/>
                  </a:cubicBezTo>
                  <a:cubicBezTo>
                    <a:pt x="737937" y="2661566"/>
                    <a:pt x="823027" y="2685696"/>
                    <a:pt x="909387" y="2702206"/>
                  </a:cubicBezTo>
                  <a:cubicBezTo>
                    <a:pt x="1294197" y="2778406"/>
                    <a:pt x="1684087" y="2813966"/>
                    <a:pt x="2073977" y="2835556"/>
                  </a:cubicBezTo>
                  <a:cubicBezTo>
                    <a:pt x="2490537" y="2858416"/>
                    <a:pt x="6701680" y="2873656"/>
                    <a:pt x="8486378" y="2882546"/>
                  </a:cubicBezTo>
                  <a:cubicBezTo>
                    <a:pt x="8918178" y="2892706"/>
                    <a:pt x="9351248" y="2878736"/>
                    <a:pt x="9780508" y="2821586"/>
                  </a:cubicBezTo>
                  <a:cubicBezTo>
                    <a:pt x="10024348" y="2788566"/>
                    <a:pt x="10264378" y="2736496"/>
                    <a:pt x="10492978" y="2639976"/>
                  </a:cubicBezTo>
                  <a:cubicBezTo>
                    <a:pt x="10824448" y="2500276"/>
                    <a:pt x="11021298" y="2251356"/>
                    <a:pt x="11094958" y="1900836"/>
                  </a:cubicBezTo>
                  <a:cubicBezTo>
                    <a:pt x="11135598" y="1707796"/>
                    <a:pt x="11136868" y="1513486"/>
                    <a:pt x="11129248" y="1485546"/>
                  </a:cubicBezTo>
                  <a:cubicBezTo>
                    <a:pt x="11120358" y="1314096"/>
                    <a:pt x="11093688" y="1072796"/>
                    <a:pt x="11016218" y="839116"/>
                  </a:cubicBezTo>
                  <a:cubicBezTo>
                    <a:pt x="10934938" y="592736"/>
                    <a:pt x="10783808" y="411126"/>
                    <a:pt x="10531078" y="327306"/>
                  </a:cubicBezTo>
                  <a:cubicBezTo>
                    <a:pt x="10425668" y="293016"/>
                    <a:pt x="10321528" y="257456"/>
                    <a:pt x="10213578" y="230786"/>
                  </a:cubicBezTo>
                  <a:cubicBezTo>
                    <a:pt x="10038318" y="186336"/>
                    <a:pt x="9866868" y="126646"/>
                    <a:pt x="9682718" y="120296"/>
                  </a:cubicBezTo>
                  <a:cubicBezTo>
                    <a:pt x="9329658" y="108866"/>
                    <a:pt x="8975328" y="87276"/>
                    <a:pt x="8622268" y="74576"/>
                  </a:cubicBezTo>
                  <a:cubicBezTo>
                    <a:pt x="8478758" y="70766"/>
                    <a:pt x="8336518" y="74576"/>
                    <a:pt x="8193008" y="74576"/>
                  </a:cubicBezTo>
                  <a:close/>
                </a:path>
              </a:pathLst>
            </a:custGeom>
            <a:solidFill>
              <a:srgbClr val="DB936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053375" y="1895479"/>
            <a:ext cx="7138502" cy="3789713"/>
            <a:chOff x="0" y="0"/>
            <a:chExt cx="11511451" cy="6111240"/>
          </a:xfrm>
        </p:grpSpPr>
        <p:sp>
          <p:nvSpPr>
            <p:cNvPr id="7" name="Freeform 7"/>
            <p:cNvSpPr/>
            <p:nvPr/>
          </p:nvSpPr>
          <p:spPr>
            <a:xfrm>
              <a:off x="129473" y="1897734"/>
              <a:ext cx="11211746" cy="2950598"/>
            </a:xfrm>
            <a:custGeom>
              <a:avLst/>
              <a:gdLst/>
              <a:ahLst/>
              <a:cxnLst/>
              <a:rect l="l" t="t" r="r" b="b"/>
              <a:pathLst>
                <a:path w="11211746" h="2950598">
                  <a:moveTo>
                    <a:pt x="9535398" y="54256"/>
                  </a:moveTo>
                  <a:cubicBezTo>
                    <a:pt x="9517618" y="42826"/>
                    <a:pt x="9507458" y="37746"/>
                    <a:pt x="9498568" y="31396"/>
                  </a:cubicBezTo>
                  <a:cubicBezTo>
                    <a:pt x="9498568" y="28856"/>
                    <a:pt x="9498568" y="26316"/>
                    <a:pt x="9498568" y="23776"/>
                  </a:cubicBezTo>
                  <a:cubicBezTo>
                    <a:pt x="9507458" y="23776"/>
                    <a:pt x="9515078" y="21236"/>
                    <a:pt x="9523968" y="22506"/>
                  </a:cubicBezTo>
                  <a:cubicBezTo>
                    <a:pt x="9593818" y="33936"/>
                    <a:pt x="9663668" y="47906"/>
                    <a:pt x="9733518" y="56796"/>
                  </a:cubicBezTo>
                  <a:cubicBezTo>
                    <a:pt x="9869408" y="75846"/>
                    <a:pt x="10006568" y="89816"/>
                    <a:pt x="10142458" y="111406"/>
                  </a:cubicBezTo>
                  <a:cubicBezTo>
                    <a:pt x="10255488" y="129186"/>
                    <a:pt x="10368518" y="154586"/>
                    <a:pt x="10481548" y="177446"/>
                  </a:cubicBezTo>
                  <a:cubicBezTo>
                    <a:pt x="10494248" y="179986"/>
                    <a:pt x="10505678" y="187606"/>
                    <a:pt x="10518378" y="192686"/>
                  </a:cubicBezTo>
                  <a:cubicBezTo>
                    <a:pt x="10517108" y="196496"/>
                    <a:pt x="10517108" y="200306"/>
                    <a:pt x="10515838" y="204116"/>
                  </a:cubicBezTo>
                  <a:cubicBezTo>
                    <a:pt x="10444718" y="192686"/>
                    <a:pt x="10373598" y="181256"/>
                    <a:pt x="10302478" y="169826"/>
                  </a:cubicBezTo>
                  <a:cubicBezTo>
                    <a:pt x="10301208" y="172366"/>
                    <a:pt x="10301208" y="174906"/>
                    <a:pt x="10299938" y="177446"/>
                  </a:cubicBezTo>
                  <a:cubicBezTo>
                    <a:pt x="10315178" y="182526"/>
                    <a:pt x="10331688" y="186336"/>
                    <a:pt x="10346928" y="191416"/>
                  </a:cubicBezTo>
                  <a:cubicBezTo>
                    <a:pt x="10429478" y="215546"/>
                    <a:pt x="10512028" y="238406"/>
                    <a:pt x="10593308" y="263806"/>
                  </a:cubicBezTo>
                  <a:cubicBezTo>
                    <a:pt x="10848578" y="346356"/>
                    <a:pt x="11006058" y="525426"/>
                    <a:pt x="11091148" y="774346"/>
                  </a:cubicBezTo>
                  <a:cubicBezTo>
                    <a:pt x="11157188" y="968656"/>
                    <a:pt x="11186398" y="1170586"/>
                    <a:pt x="11199098" y="1373786"/>
                  </a:cubicBezTo>
                  <a:cubicBezTo>
                    <a:pt x="11215608" y="1485546"/>
                    <a:pt x="11221958" y="1634136"/>
                    <a:pt x="11180048" y="1881786"/>
                  </a:cubicBezTo>
                  <a:cubicBezTo>
                    <a:pt x="11155918" y="2025296"/>
                    <a:pt x="11112738" y="2161186"/>
                    <a:pt x="11044158" y="2289456"/>
                  </a:cubicBezTo>
                  <a:cubicBezTo>
                    <a:pt x="10933668" y="2492656"/>
                    <a:pt x="10760948" y="2624736"/>
                    <a:pt x="10552668" y="2714906"/>
                  </a:cubicBezTo>
                  <a:cubicBezTo>
                    <a:pt x="10321528" y="2815236"/>
                    <a:pt x="10076418" y="2863496"/>
                    <a:pt x="9828768" y="2895246"/>
                  </a:cubicBezTo>
                  <a:cubicBezTo>
                    <a:pt x="9413478" y="2948586"/>
                    <a:pt x="8996918" y="2954936"/>
                    <a:pt x="8579088" y="2948586"/>
                  </a:cubicBezTo>
                  <a:cubicBezTo>
                    <a:pt x="6528314" y="2939696"/>
                    <a:pt x="2377507" y="2915566"/>
                    <a:pt x="1859347" y="2872386"/>
                  </a:cubicBezTo>
                  <a:cubicBezTo>
                    <a:pt x="1501207" y="2841906"/>
                    <a:pt x="1144337" y="2811426"/>
                    <a:pt x="792547" y="2732686"/>
                  </a:cubicBezTo>
                  <a:cubicBezTo>
                    <a:pt x="704917" y="2712366"/>
                    <a:pt x="617287" y="2685696"/>
                    <a:pt x="533467" y="2652676"/>
                  </a:cubicBezTo>
                  <a:cubicBezTo>
                    <a:pt x="294707" y="2561236"/>
                    <a:pt x="146117" y="2388516"/>
                    <a:pt x="77537" y="2143406"/>
                  </a:cubicBezTo>
                  <a:cubicBezTo>
                    <a:pt x="19117" y="1937666"/>
                    <a:pt x="1337" y="1725576"/>
                    <a:pt x="67" y="1513486"/>
                  </a:cubicBezTo>
                  <a:cubicBezTo>
                    <a:pt x="-1203" y="1485546"/>
                    <a:pt x="15307" y="1286156"/>
                    <a:pt x="64837" y="1056286"/>
                  </a:cubicBezTo>
                  <a:cubicBezTo>
                    <a:pt x="149927" y="656236"/>
                    <a:pt x="387417" y="385726"/>
                    <a:pt x="763337" y="232056"/>
                  </a:cubicBezTo>
                  <a:cubicBezTo>
                    <a:pt x="1009717" y="131726"/>
                    <a:pt x="1267527" y="82196"/>
                    <a:pt x="1530417" y="52986"/>
                  </a:cubicBezTo>
                  <a:cubicBezTo>
                    <a:pt x="1872047" y="13616"/>
                    <a:pt x="2216217" y="4726"/>
                    <a:pt x="2560387" y="916"/>
                  </a:cubicBezTo>
                  <a:cubicBezTo>
                    <a:pt x="8237458" y="-4164"/>
                    <a:pt x="8751808" y="12346"/>
                    <a:pt x="9267428" y="39016"/>
                  </a:cubicBezTo>
                  <a:cubicBezTo>
                    <a:pt x="9339818" y="42826"/>
                    <a:pt x="9410938" y="49176"/>
                    <a:pt x="9483328" y="54256"/>
                  </a:cubicBezTo>
                  <a:cubicBezTo>
                    <a:pt x="9496028" y="54256"/>
                    <a:pt x="9511268" y="54256"/>
                    <a:pt x="9535398" y="54256"/>
                  </a:cubicBezTo>
                  <a:close/>
                  <a:moveTo>
                    <a:pt x="8193008" y="74576"/>
                  </a:moveTo>
                  <a:cubicBezTo>
                    <a:pt x="8193008" y="73306"/>
                    <a:pt x="8193008" y="73306"/>
                    <a:pt x="8193008" y="72036"/>
                  </a:cubicBezTo>
                  <a:cubicBezTo>
                    <a:pt x="5488106" y="72036"/>
                    <a:pt x="2639127" y="69496"/>
                    <a:pt x="2443547" y="72036"/>
                  </a:cubicBezTo>
                  <a:cubicBezTo>
                    <a:pt x="2124777" y="77116"/>
                    <a:pt x="1806007" y="91086"/>
                    <a:pt x="1488507" y="134266"/>
                  </a:cubicBezTo>
                  <a:cubicBezTo>
                    <a:pt x="1254827" y="166016"/>
                    <a:pt x="1026227" y="214276"/>
                    <a:pt x="807787" y="305716"/>
                  </a:cubicBezTo>
                  <a:cubicBezTo>
                    <a:pt x="450917" y="454306"/>
                    <a:pt x="221047" y="712116"/>
                    <a:pt x="144847" y="1094386"/>
                  </a:cubicBezTo>
                  <a:cubicBezTo>
                    <a:pt x="115637" y="1241706"/>
                    <a:pt x="99127" y="1391566"/>
                    <a:pt x="87697" y="1485546"/>
                  </a:cubicBezTo>
                  <a:cubicBezTo>
                    <a:pt x="68647" y="1560476"/>
                    <a:pt x="81347" y="1815746"/>
                    <a:pt x="141037" y="2068476"/>
                  </a:cubicBezTo>
                  <a:cubicBezTo>
                    <a:pt x="207077" y="2351686"/>
                    <a:pt x="375987" y="2542186"/>
                    <a:pt x="654117" y="2633626"/>
                  </a:cubicBezTo>
                  <a:cubicBezTo>
                    <a:pt x="737937" y="2661566"/>
                    <a:pt x="823027" y="2685696"/>
                    <a:pt x="909387" y="2702206"/>
                  </a:cubicBezTo>
                  <a:cubicBezTo>
                    <a:pt x="1294197" y="2778406"/>
                    <a:pt x="1684087" y="2813966"/>
                    <a:pt x="2073977" y="2835556"/>
                  </a:cubicBezTo>
                  <a:cubicBezTo>
                    <a:pt x="2490537" y="2858416"/>
                    <a:pt x="6701680" y="2873656"/>
                    <a:pt x="8486378" y="2882546"/>
                  </a:cubicBezTo>
                  <a:cubicBezTo>
                    <a:pt x="8918178" y="2892706"/>
                    <a:pt x="9351248" y="2878736"/>
                    <a:pt x="9780508" y="2821586"/>
                  </a:cubicBezTo>
                  <a:cubicBezTo>
                    <a:pt x="10024348" y="2788566"/>
                    <a:pt x="10264378" y="2736496"/>
                    <a:pt x="10492978" y="2639976"/>
                  </a:cubicBezTo>
                  <a:cubicBezTo>
                    <a:pt x="10824448" y="2500276"/>
                    <a:pt x="11021298" y="2251356"/>
                    <a:pt x="11094958" y="1900836"/>
                  </a:cubicBezTo>
                  <a:cubicBezTo>
                    <a:pt x="11135598" y="1707796"/>
                    <a:pt x="11136868" y="1513486"/>
                    <a:pt x="11129248" y="1485546"/>
                  </a:cubicBezTo>
                  <a:cubicBezTo>
                    <a:pt x="11120358" y="1314096"/>
                    <a:pt x="11093688" y="1072796"/>
                    <a:pt x="11016218" y="839116"/>
                  </a:cubicBezTo>
                  <a:cubicBezTo>
                    <a:pt x="10934938" y="592736"/>
                    <a:pt x="10783808" y="411126"/>
                    <a:pt x="10531078" y="327306"/>
                  </a:cubicBezTo>
                  <a:cubicBezTo>
                    <a:pt x="10425668" y="293016"/>
                    <a:pt x="10321528" y="257456"/>
                    <a:pt x="10213578" y="230786"/>
                  </a:cubicBezTo>
                  <a:cubicBezTo>
                    <a:pt x="10038318" y="186336"/>
                    <a:pt x="9866868" y="126646"/>
                    <a:pt x="9682718" y="120296"/>
                  </a:cubicBezTo>
                  <a:cubicBezTo>
                    <a:pt x="9329658" y="108866"/>
                    <a:pt x="8975328" y="87276"/>
                    <a:pt x="8622268" y="74576"/>
                  </a:cubicBezTo>
                  <a:cubicBezTo>
                    <a:pt x="8478758" y="70766"/>
                    <a:pt x="8336518" y="74576"/>
                    <a:pt x="8193008" y="74576"/>
                  </a:cubicBezTo>
                  <a:close/>
                </a:path>
              </a:pathLst>
            </a:custGeom>
            <a:solidFill>
              <a:srgbClr val="C2738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0053375" y="-117945"/>
            <a:ext cx="7138502" cy="3789713"/>
            <a:chOff x="0" y="0"/>
            <a:chExt cx="11511451" cy="6111240"/>
          </a:xfrm>
        </p:grpSpPr>
        <p:sp>
          <p:nvSpPr>
            <p:cNvPr id="9" name="Freeform 9"/>
            <p:cNvSpPr/>
            <p:nvPr/>
          </p:nvSpPr>
          <p:spPr>
            <a:xfrm>
              <a:off x="129473" y="1897734"/>
              <a:ext cx="11211746" cy="2950598"/>
            </a:xfrm>
            <a:custGeom>
              <a:avLst/>
              <a:gdLst/>
              <a:ahLst/>
              <a:cxnLst/>
              <a:rect l="l" t="t" r="r" b="b"/>
              <a:pathLst>
                <a:path w="11211746" h="2950598">
                  <a:moveTo>
                    <a:pt x="9535398" y="54256"/>
                  </a:moveTo>
                  <a:cubicBezTo>
                    <a:pt x="9517618" y="42826"/>
                    <a:pt x="9507458" y="37746"/>
                    <a:pt x="9498568" y="31396"/>
                  </a:cubicBezTo>
                  <a:cubicBezTo>
                    <a:pt x="9498568" y="28856"/>
                    <a:pt x="9498568" y="26316"/>
                    <a:pt x="9498568" y="23776"/>
                  </a:cubicBezTo>
                  <a:cubicBezTo>
                    <a:pt x="9507458" y="23776"/>
                    <a:pt x="9515078" y="21236"/>
                    <a:pt x="9523968" y="22506"/>
                  </a:cubicBezTo>
                  <a:cubicBezTo>
                    <a:pt x="9593818" y="33936"/>
                    <a:pt x="9663668" y="47906"/>
                    <a:pt x="9733518" y="56796"/>
                  </a:cubicBezTo>
                  <a:cubicBezTo>
                    <a:pt x="9869408" y="75846"/>
                    <a:pt x="10006568" y="89816"/>
                    <a:pt x="10142458" y="111406"/>
                  </a:cubicBezTo>
                  <a:cubicBezTo>
                    <a:pt x="10255488" y="129186"/>
                    <a:pt x="10368518" y="154586"/>
                    <a:pt x="10481548" y="177446"/>
                  </a:cubicBezTo>
                  <a:cubicBezTo>
                    <a:pt x="10494248" y="179986"/>
                    <a:pt x="10505678" y="187606"/>
                    <a:pt x="10518378" y="192686"/>
                  </a:cubicBezTo>
                  <a:cubicBezTo>
                    <a:pt x="10517108" y="196496"/>
                    <a:pt x="10517108" y="200306"/>
                    <a:pt x="10515838" y="204116"/>
                  </a:cubicBezTo>
                  <a:cubicBezTo>
                    <a:pt x="10444718" y="192686"/>
                    <a:pt x="10373598" y="181256"/>
                    <a:pt x="10302478" y="169826"/>
                  </a:cubicBezTo>
                  <a:cubicBezTo>
                    <a:pt x="10301208" y="172366"/>
                    <a:pt x="10301208" y="174906"/>
                    <a:pt x="10299938" y="177446"/>
                  </a:cubicBezTo>
                  <a:cubicBezTo>
                    <a:pt x="10315178" y="182526"/>
                    <a:pt x="10331688" y="186336"/>
                    <a:pt x="10346928" y="191416"/>
                  </a:cubicBezTo>
                  <a:cubicBezTo>
                    <a:pt x="10429478" y="215546"/>
                    <a:pt x="10512028" y="238406"/>
                    <a:pt x="10593308" y="263806"/>
                  </a:cubicBezTo>
                  <a:cubicBezTo>
                    <a:pt x="10848578" y="346356"/>
                    <a:pt x="11006058" y="525426"/>
                    <a:pt x="11091148" y="774346"/>
                  </a:cubicBezTo>
                  <a:cubicBezTo>
                    <a:pt x="11157188" y="968656"/>
                    <a:pt x="11186398" y="1170586"/>
                    <a:pt x="11199098" y="1373786"/>
                  </a:cubicBezTo>
                  <a:cubicBezTo>
                    <a:pt x="11215608" y="1485546"/>
                    <a:pt x="11221958" y="1634136"/>
                    <a:pt x="11180048" y="1881786"/>
                  </a:cubicBezTo>
                  <a:cubicBezTo>
                    <a:pt x="11155918" y="2025296"/>
                    <a:pt x="11112738" y="2161186"/>
                    <a:pt x="11044158" y="2289456"/>
                  </a:cubicBezTo>
                  <a:cubicBezTo>
                    <a:pt x="10933668" y="2492656"/>
                    <a:pt x="10760948" y="2624736"/>
                    <a:pt x="10552668" y="2714906"/>
                  </a:cubicBezTo>
                  <a:cubicBezTo>
                    <a:pt x="10321528" y="2815236"/>
                    <a:pt x="10076418" y="2863496"/>
                    <a:pt x="9828768" y="2895246"/>
                  </a:cubicBezTo>
                  <a:cubicBezTo>
                    <a:pt x="9413478" y="2948586"/>
                    <a:pt x="8996918" y="2954936"/>
                    <a:pt x="8579088" y="2948586"/>
                  </a:cubicBezTo>
                  <a:cubicBezTo>
                    <a:pt x="6528314" y="2939696"/>
                    <a:pt x="2377507" y="2915566"/>
                    <a:pt x="1859347" y="2872386"/>
                  </a:cubicBezTo>
                  <a:cubicBezTo>
                    <a:pt x="1501207" y="2841906"/>
                    <a:pt x="1144337" y="2811426"/>
                    <a:pt x="792547" y="2732686"/>
                  </a:cubicBezTo>
                  <a:cubicBezTo>
                    <a:pt x="704917" y="2712366"/>
                    <a:pt x="617287" y="2685696"/>
                    <a:pt x="533467" y="2652676"/>
                  </a:cubicBezTo>
                  <a:cubicBezTo>
                    <a:pt x="294707" y="2561236"/>
                    <a:pt x="146117" y="2388516"/>
                    <a:pt x="77537" y="2143406"/>
                  </a:cubicBezTo>
                  <a:cubicBezTo>
                    <a:pt x="19117" y="1937666"/>
                    <a:pt x="1337" y="1725576"/>
                    <a:pt x="67" y="1513486"/>
                  </a:cubicBezTo>
                  <a:cubicBezTo>
                    <a:pt x="-1203" y="1485546"/>
                    <a:pt x="15307" y="1286156"/>
                    <a:pt x="64837" y="1056286"/>
                  </a:cubicBezTo>
                  <a:cubicBezTo>
                    <a:pt x="149927" y="656236"/>
                    <a:pt x="387417" y="385726"/>
                    <a:pt x="763337" y="232056"/>
                  </a:cubicBezTo>
                  <a:cubicBezTo>
                    <a:pt x="1009717" y="131726"/>
                    <a:pt x="1267527" y="82196"/>
                    <a:pt x="1530417" y="52986"/>
                  </a:cubicBezTo>
                  <a:cubicBezTo>
                    <a:pt x="1872047" y="13616"/>
                    <a:pt x="2216217" y="4726"/>
                    <a:pt x="2560387" y="916"/>
                  </a:cubicBezTo>
                  <a:cubicBezTo>
                    <a:pt x="8237458" y="-4164"/>
                    <a:pt x="8751808" y="12346"/>
                    <a:pt x="9267428" y="39016"/>
                  </a:cubicBezTo>
                  <a:cubicBezTo>
                    <a:pt x="9339818" y="42826"/>
                    <a:pt x="9410938" y="49176"/>
                    <a:pt x="9483328" y="54256"/>
                  </a:cubicBezTo>
                  <a:cubicBezTo>
                    <a:pt x="9496028" y="54256"/>
                    <a:pt x="9511268" y="54256"/>
                    <a:pt x="9535398" y="54256"/>
                  </a:cubicBezTo>
                  <a:close/>
                  <a:moveTo>
                    <a:pt x="8193008" y="74576"/>
                  </a:moveTo>
                  <a:cubicBezTo>
                    <a:pt x="8193008" y="73306"/>
                    <a:pt x="8193008" y="73306"/>
                    <a:pt x="8193008" y="72036"/>
                  </a:cubicBezTo>
                  <a:cubicBezTo>
                    <a:pt x="5488106" y="72036"/>
                    <a:pt x="2639127" y="69496"/>
                    <a:pt x="2443547" y="72036"/>
                  </a:cubicBezTo>
                  <a:cubicBezTo>
                    <a:pt x="2124777" y="77116"/>
                    <a:pt x="1806007" y="91086"/>
                    <a:pt x="1488507" y="134266"/>
                  </a:cubicBezTo>
                  <a:cubicBezTo>
                    <a:pt x="1254827" y="166016"/>
                    <a:pt x="1026227" y="214276"/>
                    <a:pt x="807787" y="305716"/>
                  </a:cubicBezTo>
                  <a:cubicBezTo>
                    <a:pt x="450917" y="454306"/>
                    <a:pt x="221047" y="712116"/>
                    <a:pt x="144847" y="1094386"/>
                  </a:cubicBezTo>
                  <a:cubicBezTo>
                    <a:pt x="115637" y="1241706"/>
                    <a:pt x="99127" y="1391566"/>
                    <a:pt x="87697" y="1485546"/>
                  </a:cubicBezTo>
                  <a:cubicBezTo>
                    <a:pt x="68647" y="1560476"/>
                    <a:pt x="81347" y="1815746"/>
                    <a:pt x="141037" y="2068476"/>
                  </a:cubicBezTo>
                  <a:cubicBezTo>
                    <a:pt x="207077" y="2351686"/>
                    <a:pt x="375987" y="2542186"/>
                    <a:pt x="654117" y="2633626"/>
                  </a:cubicBezTo>
                  <a:cubicBezTo>
                    <a:pt x="737937" y="2661566"/>
                    <a:pt x="823027" y="2685696"/>
                    <a:pt x="909387" y="2702206"/>
                  </a:cubicBezTo>
                  <a:cubicBezTo>
                    <a:pt x="1294197" y="2778406"/>
                    <a:pt x="1684087" y="2813966"/>
                    <a:pt x="2073977" y="2835556"/>
                  </a:cubicBezTo>
                  <a:cubicBezTo>
                    <a:pt x="2490537" y="2858416"/>
                    <a:pt x="6701680" y="2873656"/>
                    <a:pt x="8486378" y="2882546"/>
                  </a:cubicBezTo>
                  <a:cubicBezTo>
                    <a:pt x="8918178" y="2892706"/>
                    <a:pt x="9351248" y="2878736"/>
                    <a:pt x="9780508" y="2821586"/>
                  </a:cubicBezTo>
                  <a:cubicBezTo>
                    <a:pt x="10024348" y="2788566"/>
                    <a:pt x="10264378" y="2736496"/>
                    <a:pt x="10492978" y="2639976"/>
                  </a:cubicBezTo>
                  <a:cubicBezTo>
                    <a:pt x="10824448" y="2500276"/>
                    <a:pt x="11021298" y="2251356"/>
                    <a:pt x="11094958" y="1900836"/>
                  </a:cubicBezTo>
                  <a:cubicBezTo>
                    <a:pt x="11135598" y="1707796"/>
                    <a:pt x="11136868" y="1513486"/>
                    <a:pt x="11129248" y="1485546"/>
                  </a:cubicBezTo>
                  <a:cubicBezTo>
                    <a:pt x="11120358" y="1314096"/>
                    <a:pt x="11093688" y="1072796"/>
                    <a:pt x="11016218" y="839116"/>
                  </a:cubicBezTo>
                  <a:cubicBezTo>
                    <a:pt x="10934938" y="592736"/>
                    <a:pt x="10783808" y="411126"/>
                    <a:pt x="10531078" y="327306"/>
                  </a:cubicBezTo>
                  <a:cubicBezTo>
                    <a:pt x="10425668" y="293016"/>
                    <a:pt x="10321528" y="257456"/>
                    <a:pt x="10213578" y="230786"/>
                  </a:cubicBezTo>
                  <a:cubicBezTo>
                    <a:pt x="10038318" y="186336"/>
                    <a:pt x="9866868" y="126646"/>
                    <a:pt x="9682718" y="120296"/>
                  </a:cubicBezTo>
                  <a:cubicBezTo>
                    <a:pt x="9329658" y="108866"/>
                    <a:pt x="8975328" y="87276"/>
                    <a:pt x="8622268" y="74576"/>
                  </a:cubicBezTo>
                  <a:cubicBezTo>
                    <a:pt x="8478758" y="70766"/>
                    <a:pt x="8336518" y="74576"/>
                    <a:pt x="8193008" y="74576"/>
                  </a:cubicBezTo>
                  <a:close/>
                </a:path>
              </a:pathLst>
            </a:custGeom>
            <a:solidFill>
              <a:srgbClr val="863E3E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9504553"/>
            <a:ext cx="18288000" cy="782447"/>
            <a:chOff x="0" y="0"/>
            <a:chExt cx="4816593" cy="2060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592" cy="206076"/>
            </a:xfrm>
            <a:custGeom>
              <a:avLst/>
              <a:gdLst/>
              <a:ahLst/>
              <a:cxnLst/>
              <a:rect l="l" t="t" r="r" b="b"/>
              <a:pathLst>
                <a:path w="4816592" h="206076">
                  <a:moveTo>
                    <a:pt x="0" y="0"/>
                  </a:moveTo>
                  <a:lnTo>
                    <a:pt x="4816592" y="0"/>
                  </a:lnTo>
                  <a:lnTo>
                    <a:pt x="4816592" y="206076"/>
                  </a:lnTo>
                  <a:lnTo>
                    <a:pt x="0" y="206076"/>
                  </a:lnTo>
                  <a:close/>
                </a:path>
              </a:pathLst>
            </a:custGeom>
            <a:solidFill>
              <a:srgbClr val="025A4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16593" cy="244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28310" y="2881090"/>
            <a:ext cx="1759230" cy="2013424"/>
          </a:xfrm>
          <a:custGeom>
            <a:avLst/>
            <a:gdLst/>
            <a:ahLst/>
            <a:cxnLst/>
            <a:rect l="l" t="t" r="r" b="b"/>
            <a:pathLst>
              <a:path w="1759230" h="2013424">
                <a:moveTo>
                  <a:pt x="0" y="0"/>
                </a:moveTo>
                <a:lnTo>
                  <a:pt x="1759229" y="0"/>
                </a:lnTo>
                <a:lnTo>
                  <a:pt x="1759229" y="2013424"/>
                </a:lnTo>
                <a:lnTo>
                  <a:pt x="0" y="20134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187539" y="3834157"/>
            <a:ext cx="6662231" cy="126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99"/>
              </a:lnSpc>
              <a:spcBef>
                <a:spcPct val="0"/>
              </a:spcBef>
            </a:pPr>
            <a:r>
              <a:rPr lang="en-US" sz="9499" spc="-379">
                <a:solidFill>
                  <a:srgbClr val="025A40"/>
                </a:solidFill>
                <a:latin typeface="Kalam"/>
                <a:ea typeface="Kalam"/>
                <a:cs typeface="Kalam"/>
                <a:sym typeface="Kalam"/>
              </a:rPr>
              <a:t>objectives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528021" y="1434012"/>
            <a:ext cx="6189210" cy="109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3"/>
              </a:lnSpc>
              <a:spcBef>
                <a:spcPct val="0"/>
              </a:spcBef>
            </a:pPr>
            <a:r>
              <a:rPr lang="en-US" sz="3159" b="1">
                <a:solidFill>
                  <a:srgbClr val="025A40"/>
                </a:solidFill>
                <a:latin typeface="Nunito Bold"/>
                <a:ea typeface="Nunito Bold"/>
                <a:cs typeface="Nunito Bold"/>
                <a:sym typeface="Nunito Bold"/>
              </a:rPr>
              <a:t>Build a simple and interactive dashboard to display AQI.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28021" y="3447436"/>
            <a:ext cx="6189210" cy="109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3"/>
              </a:lnSpc>
              <a:spcBef>
                <a:spcPct val="0"/>
              </a:spcBef>
            </a:pPr>
            <a:r>
              <a:rPr lang="en-US" sz="3159" b="1">
                <a:solidFill>
                  <a:srgbClr val="025A40"/>
                </a:solidFill>
                <a:latin typeface="Nunito Bold"/>
                <a:ea typeface="Nunito Bold"/>
                <a:cs typeface="Nunito Bold"/>
                <a:sym typeface="Nunito Bold"/>
              </a:rPr>
              <a:t>Predict air quality using machine learning techniques.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28021" y="5439759"/>
            <a:ext cx="6189210" cy="109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3"/>
              </a:lnSpc>
              <a:spcBef>
                <a:spcPct val="0"/>
              </a:spcBef>
            </a:pPr>
            <a:r>
              <a:rPr lang="en-US" sz="3159" b="1">
                <a:solidFill>
                  <a:srgbClr val="025A40"/>
                </a:solidFill>
                <a:latin typeface="Nunito Bold"/>
                <a:ea typeface="Nunito Bold"/>
                <a:cs typeface="Nunito Bold"/>
                <a:sym typeface="Nunito Bold"/>
              </a:rPr>
              <a:t>Provide pollutant-level insights (PM2.5, PM10, NO₂, SO₂, CO).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28021" y="7417330"/>
            <a:ext cx="6189210" cy="109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3"/>
              </a:lnSpc>
              <a:spcBef>
                <a:spcPct val="0"/>
              </a:spcBef>
            </a:pPr>
            <a:r>
              <a:rPr lang="en-US" sz="3159" b="1">
                <a:solidFill>
                  <a:srgbClr val="025A40"/>
                </a:solidFill>
                <a:latin typeface="Nunito Bold"/>
                <a:ea typeface="Nunito Bold"/>
                <a:cs typeface="Nunito Bold"/>
                <a:sym typeface="Nunito Bold"/>
              </a:rPr>
              <a:t>Enable users to select cities of 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04553"/>
            <a:ext cx="18288000" cy="782447"/>
            <a:chOff x="0" y="0"/>
            <a:chExt cx="4816593" cy="2060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06076"/>
            </a:xfrm>
            <a:custGeom>
              <a:avLst/>
              <a:gdLst/>
              <a:ahLst/>
              <a:cxnLst/>
              <a:rect l="l" t="t" r="r" b="b"/>
              <a:pathLst>
                <a:path w="4816592" h="206076">
                  <a:moveTo>
                    <a:pt x="0" y="0"/>
                  </a:moveTo>
                  <a:lnTo>
                    <a:pt x="4816592" y="0"/>
                  </a:lnTo>
                  <a:lnTo>
                    <a:pt x="4816592" y="206076"/>
                  </a:lnTo>
                  <a:lnTo>
                    <a:pt x="0" y="206076"/>
                  </a:lnTo>
                  <a:close/>
                </a:path>
              </a:pathLst>
            </a:custGeom>
            <a:solidFill>
              <a:srgbClr val="025A4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44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67914" y="4862584"/>
            <a:ext cx="5635533" cy="439571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903447" y="1763966"/>
            <a:ext cx="11963177" cy="813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rPr>
              <a:t>Interactive Dashboard: A clean and user-friendly UI that displays AQI, pollutant levels, and trends in a visually appealing layout.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rPr>
              <a:t>Dynamic AQI Updates: The dashboard generates and displays updated AQI and pollutant values instantly for each selected city.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rPr>
              <a:t>Color-Based Alerts: The UI changes theme colors based on AQI category (Good, Moderate, Poor, Unhealthy) for instant visual understanding.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rPr>
              <a:t>Graphical Visualizations: Line charts and gauge views are used to show AQI trends and pollutant distribution in an intuitive way.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rPr>
              <a:t>Smooth Animations &amp; Effects: Hover effects, scroll animations, and alert flashes enhance the user's interaction experience</a:t>
            </a:r>
          </a:p>
          <a:p>
            <a:pPr marL="0" lvl="0" indent="0" algn="l">
              <a:lnSpc>
                <a:spcPts val="4339"/>
              </a:lnSpc>
              <a:spcBef>
                <a:spcPct val="0"/>
              </a:spcBef>
            </a:pPr>
            <a:endParaRPr lang="en-US" sz="3099">
              <a:solidFill>
                <a:srgbClr val="025A4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724570" y="500134"/>
            <a:ext cx="4327228" cy="4114800"/>
          </a:xfrm>
          <a:custGeom>
            <a:avLst/>
            <a:gdLst/>
            <a:ahLst/>
            <a:cxnLst/>
            <a:rect l="l" t="t" r="r" b="b"/>
            <a:pathLst>
              <a:path w="4327228" h="4114800">
                <a:moveTo>
                  <a:pt x="0" y="0"/>
                </a:moveTo>
                <a:lnTo>
                  <a:pt x="4327227" y="0"/>
                </a:lnTo>
                <a:lnTo>
                  <a:pt x="4327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586214" y="190500"/>
            <a:ext cx="7891922" cy="1330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001"/>
              </a:lnSpc>
              <a:spcBef>
                <a:spcPct val="0"/>
              </a:spcBef>
            </a:pPr>
            <a:r>
              <a:rPr lang="en-US" sz="10001" spc="-400">
                <a:solidFill>
                  <a:srgbClr val="025A40"/>
                </a:solidFill>
                <a:latin typeface="Kalam"/>
                <a:ea typeface="Kalam"/>
                <a:cs typeface="Kalam"/>
                <a:sym typeface="Kalam"/>
              </a:rPr>
              <a:t>Key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03710" y="2005140"/>
            <a:ext cx="8220105" cy="3763627"/>
            <a:chOff x="0" y="0"/>
            <a:chExt cx="13425175" cy="6146800"/>
          </a:xfrm>
        </p:grpSpPr>
        <p:sp>
          <p:nvSpPr>
            <p:cNvPr id="3" name="Freeform 3"/>
            <p:cNvSpPr/>
            <p:nvPr/>
          </p:nvSpPr>
          <p:spPr>
            <a:xfrm>
              <a:off x="520643" y="862675"/>
              <a:ext cx="12497903" cy="4616877"/>
            </a:xfrm>
            <a:custGeom>
              <a:avLst/>
              <a:gdLst/>
              <a:ahLst/>
              <a:cxnLst/>
              <a:rect l="l" t="t" r="r" b="b"/>
              <a:pathLst>
                <a:path w="12497903" h="4616877">
                  <a:moveTo>
                    <a:pt x="562667" y="2115475"/>
                  </a:moveTo>
                  <a:cubicBezTo>
                    <a:pt x="154997" y="1781465"/>
                    <a:pt x="223577" y="1088045"/>
                    <a:pt x="144837" y="606715"/>
                  </a:cubicBezTo>
                  <a:cubicBezTo>
                    <a:pt x="139757" y="446695"/>
                    <a:pt x="108007" y="279055"/>
                    <a:pt x="157537" y="124115"/>
                  </a:cubicBezTo>
                  <a:cubicBezTo>
                    <a:pt x="190557" y="55535"/>
                    <a:pt x="476307" y="64425"/>
                    <a:pt x="557587" y="47915"/>
                  </a:cubicBezTo>
                  <a:cubicBezTo>
                    <a:pt x="2046027" y="46645"/>
                    <a:pt x="10609642" y="37755"/>
                    <a:pt x="12098082" y="2195"/>
                  </a:cubicBezTo>
                  <a:cubicBezTo>
                    <a:pt x="12371132" y="-7965"/>
                    <a:pt x="12336842" y="7275"/>
                    <a:pt x="12353352" y="266355"/>
                  </a:cubicBezTo>
                  <a:cubicBezTo>
                    <a:pt x="12350812" y="746415"/>
                    <a:pt x="12438442" y="1801785"/>
                    <a:pt x="12032042" y="2110395"/>
                  </a:cubicBezTo>
                  <a:cubicBezTo>
                    <a:pt x="12425742" y="2257715"/>
                    <a:pt x="12355892" y="2739045"/>
                    <a:pt x="12428282" y="3078135"/>
                  </a:cubicBezTo>
                  <a:cubicBezTo>
                    <a:pt x="12454952" y="3277525"/>
                    <a:pt x="12597192" y="4641505"/>
                    <a:pt x="12376212" y="4607215"/>
                  </a:cubicBezTo>
                  <a:cubicBezTo>
                    <a:pt x="10956352" y="4574195"/>
                    <a:pt x="2461317" y="4614835"/>
                    <a:pt x="1041457" y="4616105"/>
                  </a:cubicBezTo>
                  <a:cubicBezTo>
                    <a:pt x="715067" y="4623725"/>
                    <a:pt x="391217" y="4572925"/>
                    <a:pt x="67367" y="4552605"/>
                  </a:cubicBezTo>
                  <a:cubicBezTo>
                    <a:pt x="38157" y="4556415"/>
                    <a:pt x="8947" y="4539905"/>
                    <a:pt x="1327" y="4510695"/>
                  </a:cubicBezTo>
                  <a:cubicBezTo>
                    <a:pt x="-8833" y="4067465"/>
                    <a:pt x="41967" y="3620425"/>
                    <a:pt x="64827" y="3380395"/>
                  </a:cubicBezTo>
                  <a:cubicBezTo>
                    <a:pt x="143567" y="2962565"/>
                    <a:pt x="-27883" y="2170085"/>
                    <a:pt x="562667" y="2115475"/>
                  </a:cubicBezTo>
                  <a:close/>
                  <a:moveTo>
                    <a:pt x="118167" y="4468785"/>
                  </a:moveTo>
                  <a:cubicBezTo>
                    <a:pt x="1813617" y="4576735"/>
                    <a:pt x="10593132" y="4401475"/>
                    <a:pt x="12286042" y="4546255"/>
                  </a:cubicBezTo>
                  <a:cubicBezTo>
                    <a:pt x="12377482" y="4551335"/>
                    <a:pt x="12380022" y="4463705"/>
                    <a:pt x="12386372" y="4397665"/>
                  </a:cubicBezTo>
                  <a:cubicBezTo>
                    <a:pt x="12414312" y="3841405"/>
                    <a:pt x="12376212" y="3422305"/>
                    <a:pt x="12306362" y="2934625"/>
                  </a:cubicBezTo>
                  <a:cubicBezTo>
                    <a:pt x="12282232" y="2721265"/>
                    <a:pt x="12266992" y="2495205"/>
                    <a:pt x="12156502" y="2304705"/>
                  </a:cubicBezTo>
                  <a:cubicBezTo>
                    <a:pt x="12106972" y="2224695"/>
                    <a:pt x="12002832" y="2222155"/>
                    <a:pt x="11919012" y="2205645"/>
                  </a:cubicBezTo>
                  <a:cubicBezTo>
                    <a:pt x="11845352" y="2201835"/>
                    <a:pt x="11837732" y="2123095"/>
                    <a:pt x="11898692" y="2090075"/>
                  </a:cubicBezTo>
                  <a:cubicBezTo>
                    <a:pt x="12148882" y="1938945"/>
                    <a:pt x="12173012" y="1627795"/>
                    <a:pt x="12203492" y="1364905"/>
                  </a:cubicBezTo>
                  <a:cubicBezTo>
                    <a:pt x="12239052" y="936915"/>
                    <a:pt x="12239052" y="506385"/>
                    <a:pt x="12233972" y="77125"/>
                  </a:cubicBezTo>
                  <a:cubicBezTo>
                    <a:pt x="10590592" y="133005"/>
                    <a:pt x="1873307" y="157135"/>
                    <a:pt x="228657" y="155865"/>
                  </a:cubicBezTo>
                  <a:cubicBezTo>
                    <a:pt x="252787" y="508925"/>
                    <a:pt x="284537" y="850555"/>
                    <a:pt x="327717" y="1199805"/>
                  </a:cubicBezTo>
                  <a:cubicBezTo>
                    <a:pt x="373437" y="1535085"/>
                    <a:pt x="402647" y="1922435"/>
                    <a:pt x="729037" y="2110395"/>
                  </a:cubicBezTo>
                  <a:cubicBezTo>
                    <a:pt x="854767" y="2260255"/>
                    <a:pt x="414077" y="2120555"/>
                    <a:pt x="313747" y="2365665"/>
                  </a:cubicBezTo>
                  <a:cubicBezTo>
                    <a:pt x="201987" y="2610775"/>
                    <a:pt x="228657" y="2895255"/>
                    <a:pt x="195637" y="3159415"/>
                  </a:cubicBezTo>
                  <a:cubicBezTo>
                    <a:pt x="168967" y="3461675"/>
                    <a:pt x="121977" y="3960785"/>
                    <a:pt x="118167" y="4468785"/>
                  </a:cubicBezTo>
                  <a:close/>
                </a:path>
              </a:pathLst>
            </a:custGeom>
            <a:solidFill>
              <a:srgbClr val="863E3E"/>
            </a:solidFill>
          </p:spPr>
        </p:sp>
      </p:grpSp>
      <p:grpSp>
        <p:nvGrpSpPr>
          <p:cNvPr id="4" name="Group 4"/>
          <p:cNvGrpSpPr/>
          <p:nvPr/>
        </p:nvGrpSpPr>
        <p:grpSpPr>
          <a:xfrm rot="-5400000">
            <a:off x="11160692" y="3205003"/>
            <a:ext cx="4832063" cy="8315211"/>
            <a:chOff x="0" y="0"/>
            <a:chExt cx="5979160" cy="10289184"/>
          </a:xfrm>
        </p:grpSpPr>
        <p:sp>
          <p:nvSpPr>
            <p:cNvPr id="5" name="Freeform 5"/>
            <p:cNvSpPr/>
            <p:nvPr/>
          </p:nvSpPr>
          <p:spPr>
            <a:xfrm>
              <a:off x="1372558" y="368792"/>
              <a:ext cx="3483131" cy="9233124"/>
            </a:xfrm>
            <a:custGeom>
              <a:avLst/>
              <a:gdLst/>
              <a:ahLst/>
              <a:cxnLst/>
              <a:rect l="l" t="t" r="r" b="b"/>
              <a:pathLst>
                <a:path w="3483131" h="9233124">
                  <a:moveTo>
                    <a:pt x="2993702" y="1186958"/>
                  </a:moveTo>
                  <a:cubicBezTo>
                    <a:pt x="3219762" y="1211088"/>
                    <a:pt x="3415342" y="1377458"/>
                    <a:pt x="3428042" y="1611138"/>
                  </a:cubicBezTo>
                  <a:cubicBezTo>
                    <a:pt x="3472492" y="2675581"/>
                    <a:pt x="3623622" y="6934622"/>
                    <a:pt x="3106732" y="7167032"/>
                  </a:cubicBezTo>
                  <a:cubicBezTo>
                    <a:pt x="3477572" y="7341022"/>
                    <a:pt x="3440742" y="7790602"/>
                    <a:pt x="3433122" y="8136042"/>
                  </a:cubicBezTo>
                  <a:cubicBezTo>
                    <a:pt x="3400102" y="8486562"/>
                    <a:pt x="3511862" y="9093622"/>
                    <a:pt x="3031802" y="9152042"/>
                  </a:cubicBezTo>
                  <a:cubicBezTo>
                    <a:pt x="1968812" y="9276502"/>
                    <a:pt x="1267772" y="9172362"/>
                    <a:pt x="203512" y="9230782"/>
                  </a:cubicBezTo>
                  <a:cubicBezTo>
                    <a:pt x="56192" y="9242212"/>
                    <a:pt x="16822" y="9215542"/>
                    <a:pt x="9202" y="9066952"/>
                  </a:cubicBezTo>
                  <a:cubicBezTo>
                    <a:pt x="1582" y="8923442"/>
                    <a:pt x="-958" y="8779932"/>
                    <a:pt x="312" y="8636422"/>
                  </a:cubicBezTo>
                  <a:cubicBezTo>
                    <a:pt x="312" y="7141632"/>
                    <a:pt x="62542" y="1705118"/>
                    <a:pt x="132392" y="215408"/>
                  </a:cubicBezTo>
                  <a:cubicBezTo>
                    <a:pt x="159062" y="64278"/>
                    <a:pt x="367342" y="107458"/>
                    <a:pt x="479102" y="75708"/>
                  </a:cubicBezTo>
                  <a:cubicBezTo>
                    <a:pt x="1263962" y="-20812"/>
                    <a:pt x="1680522" y="-18272"/>
                    <a:pt x="2466652" y="45228"/>
                  </a:cubicBezTo>
                  <a:cubicBezTo>
                    <a:pt x="2734622" y="68088"/>
                    <a:pt x="3151182" y="90948"/>
                    <a:pt x="3166422" y="440198"/>
                  </a:cubicBezTo>
                  <a:cubicBezTo>
                    <a:pt x="3185472" y="701818"/>
                    <a:pt x="3154992" y="972328"/>
                    <a:pt x="2993702" y="1186958"/>
                  </a:cubicBezTo>
                  <a:close/>
                  <a:moveTo>
                    <a:pt x="128582" y="6777142"/>
                  </a:moveTo>
                  <a:cubicBezTo>
                    <a:pt x="117152" y="7634392"/>
                    <a:pt x="103182" y="8275742"/>
                    <a:pt x="106992" y="9070762"/>
                  </a:cubicBezTo>
                  <a:cubicBezTo>
                    <a:pt x="106992" y="9143152"/>
                    <a:pt x="114612" y="9146962"/>
                    <a:pt x="187002" y="9143152"/>
                  </a:cubicBezTo>
                  <a:cubicBezTo>
                    <a:pt x="296222" y="9136802"/>
                    <a:pt x="406712" y="9126642"/>
                    <a:pt x="515932" y="9125372"/>
                  </a:cubicBezTo>
                  <a:cubicBezTo>
                    <a:pt x="1402392" y="9131722"/>
                    <a:pt x="2062792" y="9158392"/>
                    <a:pt x="3016562" y="9065682"/>
                  </a:cubicBezTo>
                  <a:cubicBezTo>
                    <a:pt x="3250242" y="9055522"/>
                    <a:pt x="3325172" y="8830732"/>
                    <a:pt x="3332792" y="8627532"/>
                  </a:cubicBezTo>
                  <a:cubicBezTo>
                    <a:pt x="3344222" y="8406552"/>
                    <a:pt x="3355652" y="8184302"/>
                    <a:pt x="3359462" y="7962052"/>
                  </a:cubicBezTo>
                  <a:cubicBezTo>
                    <a:pt x="3359462" y="7682652"/>
                    <a:pt x="3354382" y="7332132"/>
                    <a:pt x="3034342" y="7233072"/>
                  </a:cubicBezTo>
                  <a:cubicBezTo>
                    <a:pt x="3006402" y="7225452"/>
                    <a:pt x="2979732" y="7193702"/>
                    <a:pt x="2970842" y="7168302"/>
                  </a:cubicBezTo>
                  <a:cubicBezTo>
                    <a:pt x="3002592" y="7037492"/>
                    <a:pt x="3293422" y="7094642"/>
                    <a:pt x="3349302" y="6678082"/>
                  </a:cubicBezTo>
                  <a:cubicBezTo>
                    <a:pt x="3410262" y="5042527"/>
                    <a:pt x="3388672" y="1966738"/>
                    <a:pt x="3332792" y="1581928"/>
                  </a:cubicBezTo>
                  <a:cubicBezTo>
                    <a:pt x="3313742" y="1443498"/>
                    <a:pt x="3235002" y="1348248"/>
                    <a:pt x="3102922" y="1301258"/>
                  </a:cubicBezTo>
                  <a:cubicBezTo>
                    <a:pt x="2993702" y="1268238"/>
                    <a:pt x="2809552" y="1272048"/>
                    <a:pt x="2936552" y="1119648"/>
                  </a:cubicBezTo>
                  <a:cubicBezTo>
                    <a:pt x="3096572" y="954548"/>
                    <a:pt x="3200712" y="289068"/>
                    <a:pt x="2913692" y="217948"/>
                  </a:cubicBezTo>
                  <a:cubicBezTo>
                    <a:pt x="2762562" y="158258"/>
                    <a:pt x="2598732" y="143018"/>
                    <a:pt x="2438712" y="132858"/>
                  </a:cubicBezTo>
                  <a:cubicBezTo>
                    <a:pt x="1935792" y="103648"/>
                    <a:pt x="1431602" y="74438"/>
                    <a:pt x="1298252" y="96028"/>
                  </a:cubicBezTo>
                  <a:cubicBezTo>
                    <a:pt x="954082" y="115078"/>
                    <a:pt x="609912" y="145558"/>
                    <a:pt x="269552" y="196358"/>
                  </a:cubicBezTo>
                  <a:cubicBezTo>
                    <a:pt x="235262" y="201438"/>
                    <a:pt x="220022" y="217948"/>
                    <a:pt x="217482" y="253508"/>
                  </a:cubicBezTo>
                  <a:cubicBezTo>
                    <a:pt x="200972" y="419878"/>
                    <a:pt x="161602" y="584978"/>
                    <a:pt x="188272" y="752618"/>
                  </a:cubicBezTo>
                  <a:cubicBezTo>
                    <a:pt x="218752" y="1406668"/>
                    <a:pt x="153982" y="3972537"/>
                    <a:pt x="128582" y="6777142"/>
                  </a:cubicBezTo>
                  <a:close/>
                </a:path>
              </a:pathLst>
            </a:custGeom>
            <a:solidFill>
              <a:srgbClr val="F6DB86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69535" y="684236"/>
            <a:ext cx="8059989" cy="6095334"/>
            <a:chOff x="0" y="0"/>
            <a:chExt cx="9755493" cy="7377553"/>
          </a:xfrm>
        </p:grpSpPr>
        <p:sp>
          <p:nvSpPr>
            <p:cNvPr id="7" name="Freeform 7"/>
            <p:cNvSpPr/>
            <p:nvPr/>
          </p:nvSpPr>
          <p:spPr>
            <a:xfrm>
              <a:off x="249552" y="2036295"/>
              <a:ext cx="9310416" cy="4208442"/>
            </a:xfrm>
            <a:custGeom>
              <a:avLst/>
              <a:gdLst/>
              <a:ahLst/>
              <a:cxnLst/>
              <a:rect l="l" t="t" r="r" b="b"/>
              <a:pathLst>
                <a:path w="9310416" h="4208442">
                  <a:moveTo>
                    <a:pt x="7261852" y="3535318"/>
                  </a:moveTo>
                  <a:cubicBezTo>
                    <a:pt x="6757661" y="3551827"/>
                    <a:pt x="4244646" y="3546748"/>
                    <a:pt x="2343788" y="3511188"/>
                  </a:cubicBezTo>
                  <a:cubicBezTo>
                    <a:pt x="1993268" y="3502298"/>
                    <a:pt x="1636398" y="3454038"/>
                    <a:pt x="1290958" y="3526427"/>
                  </a:cubicBezTo>
                  <a:cubicBezTo>
                    <a:pt x="1110618" y="3593738"/>
                    <a:pt x="1198248" y="3977277"/>
                    <a:pt x="1196978" y="4133488"/>
                  </a:cubicBezTo>
                  <a:cubicBezTo>
                    <a:pt x="1200788" y="4160158"/>
                    <a:pt x="1204598" y="4189368"/>
                    <a:pt x="1177928" y="4207148"/>
                  </a:cubicBezTo>
                  <a:cubicBezTo>
                    <a:pt x="1019178" y="4228738"/>
                    <a:pt x="937898" y="3974738"/>
                    <a:pt x="884558" y="3857898"/>
                  </a:cubicBezTo>
                  <a:cubicBezTo>
                    <a:pt x="659768" y="3168288"/>
                    <a:pt x="470538" y="3629298"/>
                    <a:pt x="165738" y="3222898"/>
                  </a:cubicBezTo>
                  <a:cubicBezTo>
                    <a:pt x="-46352" y="2852058"/>
                    <a:pt x="8258" y="2389778"/>
                    <a:pt x="1908" y="948205"/>
                  </a:cubicBezTo>
                  <a:cubicBezTo>
                    <a:pt x="19688" y="653565"/>
                    <a:pt x="113668" y="309395"/>
                    <a:pt x="400688" y="170965"/>
                  </a:cubicBezTo>
                  <a:cubicBezTo>
                    <a:pt x="534038" y="108735"/>
                    <a:pt x="682628" y="47775"/>
                    <a:pt x="831218" y="85875"/>
                  </a:cubicBezTo>
                  <a:cubicBezTo>
                    <a:pt x="1550038" y="-46205"/>
                    <a:pt x="2296798" y="17295"/>
                    <a:pt x="5261717" y="3325"/>
                  </a:cubicBezTo>
                  <a:cubicBezTo>
                    <a:pt x="7052302" y="3325"/>
                    <a:pt x="7673331" y="28725"/>
                    <a:pt x="8291821" y="60475"/>
                  </a:cubicBezTo>
                  <a:cubicBezTo>
                    <a:pt x="8474702" y="70635"/>
                    <a:pt x="8657581" y="93495"/>
                    <a:pt x="8832842" y="150645"/>
                  </a:cubicBezTo>
                  <a:cubicBezTo>
                    <a:pt x="9347192" y="297965"/>
                    <a:pt x="9239242" y="887245"/>
                    <a:pt x="9300202" y="2333898"/>
                  </a:cubicBezTo>
                  <a:cubicBezTo>
                    <a:pt x="9428471" y="3855358"/>
                    <a:pt x="8326111" y="3526428"/>
                    <a:pt x="7261852" y="3535318"/>
                  </a:cubicBezTo>
                  <a:close/>
                  <a:moveTo>
                    <a:pt x="1119508" y="4091578"/>
                  </a:moveTo>
                  <a:cubicBezTo>
                    <a:pt x="1114428" y="3885838"/>
                    <a:pt x="1030608" y="3548018"/>
                    <a:pt x="1273178" y="3451498"/>
                  </a:cubicBezTo>
                  <a:cubicBezTo>
                    <a:pt x="1577978" y="3366408"/>
                    <a:pt x="1903098" y="3431178"/>
                    <a:pt x="2215518" y="3426098"/>
                  </a:cubicBezTo>
                  <a:cubicBezTo>
                    <a:pt x="3429547" y="3464198"/>
                    <a:pt x="6206656" y="3470548"/>
                    <a:pt x="7089132" y="3459118"/>
                  </a:cubicBezTo>
                  <a:cubicBezTo>
                    <a:pt x="7674602" y="3422288"/>
                    <a:pt x="8299442" y="3586118"/>
                    <a:pt x="8856971" y="3367678"/>
                  </a:cubicBezTo>
                  <a:cubicBezTo>
                    <a:pt x="9165581" y="3248298"/>
                    <a:pt x="9227811" y="2914288"/>
                    <a:pt x="9234161" y="2617108"/>
                  </a:cubicBezTo>
                  <a:cubicBezTo>
                    <a:pt x="9231621" y="2272938"/>
                    <a:pt x="9241782" y="696745"/>
                    <a:pt x="9069061" y="402105"/>
                  </a:cubicBezTo>
                  <a:cubicBezTo>
                    <a:pt x="8874752" y="165885"/>
                    <a:pt x="8534392" y="158265"/>
                    <a:pt x="8252452" y="131595"/>
                  </a:cubicBezTo>
                  <a:cubicBezTo>
                    <a:pt x="7649202" y="99845"/>
                    <a:pt x="7045952" y="69365"/>
                    <a:pt x="5319422" y="76985"/>
                  </a:cubicBezTo>
                  <a:cubicBezTo>
                    <a:pt x="2320928" y="85875"/>
                    <a:pt x="1602108" y="60475"/>
                    <a:pt x="889638" y="141755"/>
                  </a:cubicBezTo>
                  <a:cubicBezTo>
                    <a:pt x="848998" y="139215"/>
                    <a:pt x="771528" y="176045"/>
                    <a:pt x="772798" y="108735"/>
                  </a:cubicBezTo>
                  <a:cubicBezTo>
                    <a:pt x="252098" y="238275"/>
                    <a:pt x="95888" y="543075"/>
                    <a:pt x="88268" y="1057425"/>
                  </a:cubicBezTo>
                  <a:cubicBezTo>
                    <a:pt x="104778" y="2450738"/>
                    <a:pt x="50168" y="2858408"/>
                    <a:pt x="241938" y="3184798"/>
                  </a:cubicBezTo>
                  <a:cubicBezTo>
                    <a:pt x="313058" y="3309258"/>
                    <a:pt x="448948" y="3342278"/>
                    <a:pt x="581028" y="3361328"/>
                  </a:cubicBezTo>
                  <a:cubicBezTo>
                    <a:pt x="945518" y="3415938"/>
                    <a:pt x="889638" y="3889648"/>
                    <a:pt x="1119508" y="4091578"/>
                  </a:cubicBezTo>
                  <a:close/>
                </a:path>
              </a:pathLst>
            </a:custGeom>
            <a:solidFill>
              <a:srgbClr val="C2738D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21077" y="4471439"/>
            <a:ext cx="8246698" cy="5246370"/>
            <a:chOff x="0" y="0"/>
            <a:chExt cx="9981479" cy="6350000"/>
          </a:xfrm>
        </p:grpSpPr>
        <p:sp>
          <p:nvSpPr>
            <p:cNvPr id="9" name="Freeform 9"/>
            <p:cNvSpPr/>
            <p:nvPr/>
          </p:nvSpPr>
          <p:spPr>
            <a:xfrm>
              <a:off x="278535" y="1683664"/>
              <a:ext cx="9520394" cy="3571692"/>
            </a:xfrm>
            <a:custGeom>
              <a:avLst/>
              <a:gdLst/>
              <a:ahLst/>
              <a:cxnLst/>
              <a:rect l="l" t="t" r="r" b="b"/>
              <a:pathLst>
                <a:path w="9520394" h="3571692">
                  <a:moveTo>
                    <a:pt x="933045" y="749656"/>
                  </a:moveTo>
                  <a:cubicBezTo>
                    <a:pt x="765405" y="-258724"/>
                    <a:pt x="8204344" y="-218084"/>
                    <a:pt x="8330074" y="681076"/>
                  </a:cubicBezTo>
                  <a:cubicBezTo>
                    <a:pt x="8338964" y="736956"/>
                    <a:pt x="8478664" y="707746"/>
                    <a:pt x="8529464" y="725526"/>
                  </a:cubicBezTo>
                  <a:cubicBezTo>
                    <a:pt x="9080644" y="811886"/>
                    <a:pt x="9307974" y="1488796"/>
                    <a:pt x="9154304" y="1973936"/>
                  </a:cubicBezTo>
                  <a:cubicBezTo>
                    <a:pt x="9147954" y="1994256"/>
                    <a:pt x="9146684" y="2006956"/>
                    <a:pt x="9170814" y="2017116"/>
                  </a:cubicBezTo>
                  <a:cubicBezTo>
                    <a:pt x="9574674" y="2172056"/>
                    <a:pt x="9553084" y="2680056"/>
                    <a:pt x="9474344" y="3033116"/>
                  </a:cubicBezTo>
                  <a:cubicBezTo>
                    <a:pt x="9427354" y="3245206"/>
                    <a:pt x="9210184" y="3384906"/>
                    <a:pt x="9028574" y="3444596"/>
                  </a:cubicBezTo>
                  <a:cubicBezTo>
                    <a:pt x="8958724" y="3467456"/>
                    <a:pt x="8920624" y="3466186"/>
                    <a:pt x="8639954" y="3480156"/>
                  </a:cubicBezTo>
                  <a:cubicBezTo>
                    <a:pt x="8285624" y="3497936"/>
                    <a:pt x="8297054" y="3503016"/>
                    <a:pt x="8140844" y="3508096"/>
                  </a:cubicBezTo>
                  <a:cubicBezTo>
                    <a:pt x="1830935" y="3610966"/>
                    <a:pt x="353925" y="3666846"/>
                    <a:pt x="54205" y="3038196"/>
                  </a:cubicBezTo>
                  <a:cubicBezTo>
                    <a:pt x="-14375" y="2894686"/>
                    <a:pt x="-62635" y="2629256"/>
                    <a:pt x="198985" y="2144116"/>
                  </a:cubicBezTo>
                  <a:cubicBezTo>
                    <a:pt x="-57555" y="1525626"/>
                    <a:pt x="164695" y="796646"/>
                    <a:pt x="933045" y="749656"/>
                  </a:cubicBezTo>
                  <a:close/>
                  <a:moveTo>
                    <a:pt x="8227204" y="714096"/>
                  </a:moveTo>
                  <a:cubicBezTo>
                    <a:pt x="8104014" y="-98704"/>
                    <a:pt x="1002895" y="-120294"/>
                    <a:pt x="1039725" y="715366"/>
                  </a:cubicBezTo>
                  <a:cubicBezTo>
                    <a:pt x="1020675" y="772516"/>
                    <a:pt x="1310235" y="752196"/>
                    <a:pt x="1366115" y="796646"/>
                  </a:cubicBezTo>
                  <a:cubicBezTo>
                    <a:pt x="1453745" y="837286"/>
                    <a:pt x="1576935" y="976986"/>
                    <a:pt x="1463905" y="1056996"/>
                  </a:cubicBezTo>
                  <a:cubicBezTo>
                    <a:pt x="1288645" y="1157326"/>
                    <a:pt x="1065125" y="1053186"/>
                    <a:pt x="978765" y="880466"/>
                  </a:cubicBezTo>
                  <a:cubicBezTo>
                    <a:pt x="389485" y="773786"/>
                    <a:pt x="-75335" y="1650086"/>
                    <a:pt x="317095" y="2059026"/>
                  </a:cubicBezTo>
                  <a:cubicBezTo>
                    <a:pt x="521565" y="1961236"/>
                    <a:pt x="775565" y="1996796"/>
                    <a:pt x="925425" y="2166976"/>
                  </a:cubicBezTo>
                  <a:cubicBezTo>
                    <a:pt x="1068935" y="2429866"/>
                    <a:pt x="480925" y="2517496"/>
                    <a:pt x="271375" y="2211426"/>
                  </a:cubicBezTo>
                  <a:cubicBezTo>
                    <a:pt x="206605" y="2316836"/>
                    <a:pt x="11025" y="2664816"/>
                    <a:pt x="145645" y="2968346"/>
                  </a:cubicBezTo>
                  <a:cubicBezTo>
                    <a:pt x="145645" y="2968346"/>
                    <a:pt x="219305" y="3133446"/>
                    <a:pt x="416155" y="3251556"/>
                  </a:cubicBezTo>
                  <a:cubicBezTo>
                    <a:pt x="1032105" y="3619856"/>
                    <a:pt x="7297564" y="3423006"/>
                    <a:pt x="7512193" y="3406496"/>
                  </a:cubicBezTo>
                  <a:cubicBezTo>
                    <a:pt x="7759843" y="3436976"/>
                    <a:pt x="8116714" y="3406496"/>
                    <a:pt x="8551054" y="3373476"/>
                  </a:cubicBezTo>
                  <a:cubicBezTo>
                    <a:pt x="8857124" y="3350616"/>
                    <a:pt x="9276224" y="3376016"/>
                    <a:pt x="9370204" y="3005176"/>
                  </a:cubicBezTo>
                  <a:cubicBezTo>
                    <a:pt x="9447674" y="2723236"/>
                    <a:pt x="9487043" y="2302866"/>
                    <a:pt x="9168274" y="2159356"/>
                  </a:cubicBezTo>
                  <a:cubicBezTo>
                    <a:pt x="9133983" y="2146656"/>
                    <a:pt x="9095883" y="2109826"/>
                    <a:pt x="9073024" y="2158086"/>
                  </a:cubicBezTo>
                  <a:cubicBezTo>
                    <a:pt x="8765683" y="2673706"/>
                    <a:pt x="8063374" y="2182216"/>
                    <a:pt x="8639954" y="1959966"/>
                  </a:cubicBezTo>
                  <a:cubicBezTo>
                    <a:pt x="8768224" y="1925676"/>
                    <a:pt x="8896493" y="1933296"/>
                    <a:pt x="9023493" y="1967586"/>
                  </a:cubicBezTo>
                  <a:cubicBezTo>
                    <a:pt x="9052704" y="1975206"/>
                    <a:pt x="9064133" y="1968856"/>
                    <a:pt x="9071754" y="1940916"/>
                  </a:cubicBezTo>
                  <a:cubicBezTo>
                    <a:pt x="9241933" y="1478636"/>
                    <a:pt x="8846964" y="692506"/>
                    <a:pt x="8323724" y="851256"/>
                  </a:cubicBezTo>
                  <a:cubicBezTo>
                    <a:pt x="8271654" y="1063346"/>
                    <a:pt x="8037974" y="1211936"/>
                    <a:pt x="7828424" y="1134466"/>
                  </a:cubicBezTo>
                  <a:cubicBezTo>
                    <a:pt x="7656974" y="1067156"/>
                    <a:pt x="7762383" y="881736"/>
                    <a:pt x="7877954" y="815696"/>
                  </a:cubicBezTo>
                  <a:cubicBezTo>
                    <a:pt x="7982094" y="744576"/>
                    <a:pt x="8104014" y="731876"/>
                    <a:pt x="8227204" y="714096"/>
                  </a:cubicBezTo>
                  <a:close/>
                  <a:moveTo>
                    <a:pt x="9004444" y="2094586"/>
                  </a:moveTo>
                  <a:cubicBezTo>
                    <a:pt x="8866014" y="2060296"/>
                    <a:pt x="8739014" y="2045056"/>
                    <a:pt x="8613284" y="2090776"/>
                  </a:cubicBezTo>
                  <a:cubicBezTo>
                    <a:pt x="8587884" y="2099666"/>
                    <a:pt x="8565024" y="2116176"/>
                    <a:pt x="8544704" y="2133956"/>
                  </a:cubicBezTo>
                  <a:cubicBezTo>
                    <a:pt x="8514224" y="2161896"/>
                    <a:pt x="8514224" y="2198726"/>
                    <a:pt x="8547244" y="2224126"/>
                  </a:cubicBezTo>
                  <a:cubicBezTo>
                    <a:pt x="8570104" y="2241906"/>
                    <a:pt x="8598044" y="2255876"/>
                    <a:pt x="8624714" y="2263496"/>
                  </a:cubicBezTo>
                  <a:cubicBezTo>
                    <a:pt x="8742824" y="2292706"/>
                    <a:pt x="8844424" y="2255876"/>
                    <a:pt x="8933324" y="2177136"/>
                  </a:cubicBezTo>
                  <a:cubicBezTo>
                    <a:pt x="8958724" y="2155546"/>
                    <a:pt x="8977774" y="2127606"/>
                    <a:pt x="9004444" y="2094586"/>
                  </a:cubicBezTo>
                  <a:close/>
                  <a:moveTo>
                    <a:pt x="350115" y="2151736"/>
                  </a:moveTo>
                  <a:cubicBezTo>
                    <a:pt x="425045" y="2240636"/>
                    <a:pt x="516485" y="2288896"/>
                    <a:pt x="626975" y="2301596"/>
                  </a:cubicBezTo>
                  <a:cubicBezTo>
                    <a:pt x="694285" y="2309216"/>
                    <a:pt x="757785" y="2300326"/>
                    <a:pt x="818745" y="2268576"/>
                  </a:cubicBezTo>
                  <a:cubicBezTo>
                    <a:pt x="867005" y="2243176"/>
                    <a:pt x="869545" y="2215236"/>
                    <a:pt x="826365" y="2180946"/>
                  </a:cubicBezTo>
                  <a:cubicBezTo>
                    <a:pt x="809855" y="2166976"/>
                    <a:pt x="790805" y="2155546"/>
                    <a:pt x="770485" y="2146656"/>
                  </a:cubicBezTo>
                  <a:cubicBezTo>
                    <a:pt x="696825" y="2112366"/>
                    <a:pt x="619355" y="2094586"/>
                    <a:pt x="538075" y="2097126"/>
                  </a:cubicBezTo>
                  <a:cubicBezTo>
                    <a:pt x="473305" y="2100936"/>
                    <a:pt x="412345" y="2118716"/>
                    <a:pt x="350115" y="2151736"/>
                  </a:cubicBezTo>
                  <a:close/>
                  <a:moveTo>
                    <a:pt x="8228474" y="818236"/>
                  </a:moveTo>
                  <a:cubicBezTo>
                    <a:pt x="8100204" y="830936"/>
                    <a:pt x="7983364" y="842366"/>
                    <a:pt x="7886844" y="923646"/>
                  </a:cubicBezTo>
                  <a:cubicBezTo>
                    <a:pt x="7874144" y="935076"/>
                    <a:pt x="7861444" y="949046"/>
                    <a:pt x="7852554" y="963016"/>
                  </a:cubicBezTo>
                  <a:cubicBezTo>
                    <a:pt x="7829694" y="998576"/>
                    <a:pt x="7838583" y="1029056"/>
                    <a:pt x="7879224" y="1043026"/>
                  </a:cubicBezTo>
                  <a:cubicBezTo>
                    <a:pt x="7899544" y="1050646"/>
                    <a:pt x="7922404" y="1054456"/>
                    <a:pt x="7942724" y="1054456"/>
                  </a:cubicBezTo>
                  <a:cubicBezTo>
                    <a:pt x="8057024" y="1048106"/>
                    <a:pt x="8144654" y="996036"/>
                    <a:pt x="8199264" y="893166"/>
                  </a:cubicBezTo>
                  <a:cubicBezTo>
                    <a:pt x="8210694" y="872846"/>
                    <a:pt x="8217044" y="849986"/>
                    <a:pt x="8228474" y="818236"/>
                  </a:cubicBezTo>
                  <a:close/>
                  <a:moveTo>
                    <a:pt x="1075285" y="843636"/>
                  </a:moveTo>
                  <a:cubicBezTo>
                    <a:pt x="1109575" y="928726"/>
                    <a:pt x="1213715" y="993496"/>
                    <a:pt x="1312775" y="993496"/>
                  </a:cubicBezTo>
                  <a:cubicBezTo>
                    <a:pt x="1336905" y="993496"/>
                    <a:pt x="1359765" y="988416"/>
                    <a:pt x="1382625" y="982066"/>
                  </a:cubicBezTo>
                  <a:cubicBezTo>
                    <a:pt x="1390245" y="979526"/>
                    <a:pt x="1402945" y="963016"/>
                    <a:pt x="1400405" y="960476"/>
                  </a:cubicBezTo>
                  <a:cubicBezTo>
                    <a:pt x="1383895" y="931266"/>
                    <a:pt x="1369925" y="888086"/>
                    <a:pt x="1344525" y="876656"/>
                  </a:cubicBezTo>
                  <a:cubicBezTo>
                    <a:pt x="1261975" y="841096"/>
                    <a:pt x="1170535" y="841096"/>
                    <a:pt x="1075285" y="843636"/>
                  </a:cubicBezTo>
                  <a:close/>
                </a:path>
              </a:pathLst>
            </a:custGeom>
            <a:solidFill>
              <a:srgbClr val="DB936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793903"/>
            <a:ext cx="16230600" cy="1330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01"/>
              </a:lnSpc>
              <a:spcBef>
                <a:spcPct val="0"/>
              </a:spcBef>
            </a:pPr>
            <a:r>
              <a:rPr lang="en-US" sz="10001" spc="-400">
                <a:solidFill>
                  <a:srgbClr val="025A40"/>
                </a:solidFill>
                <a:latin typeface="Kalam"/>
                <a:ea typeface="Kalam"/>
                <a:cs typeface="Kalam"/>
                <a:sym typeface="Kalam"/>
              </a:rPr>
              <a:t>System Workflow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93936" y="3219147"/>
            <a:ext cx="7011188" cy="1924353"/>
            <a:chOff x="0" y="0"/>
            <a:chExt cx="9348251" cy="2565804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9348251" cy="1502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409"/>
                </a:lnSpc>
                <a:spcBef>
                  <a:spcPct val="0"/>
                </a:spcBef>
              </a:pPr>
              <a:r>
                <a:rPr lang="en-US" sz="3674" b="1">
                  <a:solidFill>
                    <a:srgbClr val="025A4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1. User Interaction &amp; City Selection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23760"/>
              <a:ext cx="9348251" cy="6420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1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88587" y="3457011"/>
            <a:ext cx="7050351" cy="2028857"/>
            <a:chOff x="0" y="0"/>
            <a:chExt cx="9400467" cy="270514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0"/>
              <a:ext cx="9400467" cy="1574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48"/>
                </a:lnSpc>
                <a:spcBef>
                  <a:spcPct val="0"/>
                </a:spcBef>
              </a:pPr>
              <a:r>
                <a:rPr lang="en-US" sz="3874" b="1">
                  <a:solidFill>
                    <a:srgbClr val="025A4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2. Frontend Processing &amp; Visualization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021811"/>
              <a:ext cx="9400467" cy="68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77603" y="7094624"/>
            <a:ext cx="6627521" cy="1907181"/>
            <a:chOff x="0" y="0"/>
            <a:chExt cx="8836694" cy="2542908"/>
          </a:xfrm>
        </p:grpSpPr>
        <p:sp>
          <p:nvSpPr>
            <p:cNvPr id="18" name="TextBox 18"/>
            <p:cNvSpPr txBox="1"/>
            <p:nvPr/>
          </p:nvSpPr>
          <p:spPr>
            <a:xfrm>
              <a:off x="0" y="0"/>
              <a:ext cx="8836694" cy="1480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370"/>
                </a:lnSpc>
                <a:spcBef>
                  <a:spcPct val="0"/>
                </a:spcBef>
              </a:pPr>
              <a:r>
                <a:rPr lang="en-US" sz="3641" b="1">
                  <a:solidFill>
                    <a:srgbClr val="025A4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3.Backend Data Handling (Flask API)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915608"/>
              <a:ext cx="8836694" cy="627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07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449243" y="6779570"/>
            <a:ext cx="6254959" cy="1799970"/>
            <a:chOff x="0" y="0"/>
            <a:chExt cx="8339946" cy="239996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0"/>
              <a:ext cx="8339946" cy="13968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24"/>
                </a:lnSpc>
                <a:spcBef>
                  <a:spcPct val="0"/>
                </a:spcBef>
              </a:pPr>
              <a:r>
                <a:rPr lang="en-US" sz="3437" b="1">
                  <a:solidFill>
                    <a:srgbClr val="025A4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4. Prediction &amp; Trend Analysis (ML Model)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795721"/>
              <a:ext cx="8339946" cy="604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84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0" y="9504553"/>
            <a:ext cx="18288000" cy="782447"/>
            <a:chOff x="0" y="0"/>
            <a:chExt cx="4816593" cy="20607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16592" cy="206076"/>
            </a:xfrm>
            <a:custGeom>
              <a:avLst/>
              <a:gdLst/>
              <a:ahLst/>
              <a:cxnLst/>
              <a:rect l="l" t="t" r="r" b="b"/>
              <a:pathLst>
                <a:path w="4816592" h="206076">
                  <a:moveTo>
                    <a:pt x="0" y="0"/>
                  </a:moveTo>
                  <a:lnTo>
                    <a:pt x="4816592" y="0"/>
                  </a:lnTo>
                  <a:lnTo>
                    <a:pt x="4816592" y="206076"/>
                  </a:lnTo>
                  <a:lnTo>
                    <a:pt x="0" y="206076"/>
                  </a:lnTo>
                  <a:close/>
                </a:path>
              </a:pathLst>
            </a:custGeom>
            <a:solidFill>
              <a:srgbClr val="025A4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816593" cy="244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9490" y="-1015925"/>
            <a:ext cx="17808510" cy="14105783"/>
            <a:chOff x="0" y="0"/>
            <a:chExt cx="8016857" cy="6350000"/>
          </a:xfrm>
        </p:grpSpPr>
        <p:sp>
          <p:nvSpPr>
            <p:cNvPr id="3" name="Freeform 3"/>
            <p:cNvSpPr/>
            <p:nvPr/>
          </p:nvSpPr>
          <p:spPr>
            <a:xfrm>
              <a:off x="229132" y="1532973"/>
              <a:ext cx="7598021" cy="3092689"/>
            </a:xfrm>
            <a:custGeom>
              <a:avLst/>
              <a:gdLst/>
              <a:ahLst/>
              <a:cxnLst/>
              <a:rect l="l" t="t" r="r" b="b"/>
              <a:pathLst>
                <a:path w="7598021" h="3092689">
                  <a:moveTo>
                    <a:pt x="511278" y="1145457"/>
                  </a:moveTo>
                  <a:cubicBezTo>
                    <a:pt x="112498" y="849547"/>
                    <a:pt x="384278" y="312337"/>
                    <a:pt x="795758" y="199307"/>
                  </a:cubicBezTo>
                  <a:cubicBezTo>
                    <a:pt x="1680948" y="-110573"/>
                    <a:pt x="4719405" y="-30563"/>
                    <a:pt x="5612215" y="243757"/>
                  </a:cubicBezTo>
                  <a:cubicBezTo>
                    <a:pt x="5809065" y="317417"/>
                    <a:pt x="5990675" y="469817"/>
                    <a:pt x="6033855" y="684447"/>
                  </a:cubicBezTo>
                  <a:cubicBezTo>
                    <a:pt x="6038935" y="707307"/>
                    <a:pt x="6047825" y="713657"/>
                    <a:pt x="6071955" y="714927"/>
                  </a:cubicBezTo>
                  <a:cubicBezTo>
                    <a:pt x="6552015" y="694607"/>
                    <a:pt x="6983815" y="1302937"/>
                    <a:pt x="6588845" y="1680127"/>
                  </a:cubicBezTo>
                  <a:cubicBezTo>
                    <a:pt x="7296235" y="1579797"/>
                    <a:pt x="8087445" y="2257977"/>
                    <a:pt x="7212415" y="2724067"/>
                  </a:cubicBezTo>
                  <a:cubicBezTo>
                    <a:pt x="6360245" y="3008547"/>
                    <a:pt x="5435685" y="2988227"/>
                    <a:pt x="4453320" y="3072047"/>
                  </a:cubicBezTo>
                  <a:cubicBezTo>
                    <a:pt x="2332435" y="3107607"/>
                    <a:pt x="-873022" y="3248577"/>
                    <a:pt x="221718" y="1791887"/>
                  </a:cubicBezTo>
                  <a:cubicBezTo>
                    <a:pt x="155678" y="1528997"/>
                    <a:pt x="226798" y="1241977"/>
                    <a:pt x="511278" y="1145457"/>
                  </a:cubicBezTo>
                  <a:close/>
                  <a:moveTo>
                    <a:pt x="6422475" y="1738547"/>
                  </a:moveTo>
                  <a:cubicBezTo>
                    <a:pt x="6394535" y="1702987"/>
                    <a:pt x="6450415" y="1640757"/>
                    <a:pt x="6470735" y="1636947"/>
                  </a:cubicBezTo>
                  <a:cubicBezTo>
                    <a:pt x="6819985" y="1358817"/>
                    <a:pt x="6517725" y="822877"/>
                    <a:pt x="6068145" y="829227"/>
                  </a:cubicBezTo>
                  <a:cubicBezTo>
                    <a:pt x="6047825" y="829227"/>
                    <a:pt x="6041475" y="836847"/>
                    <a:pt x="6037665" y="855897"/>
                  </a:cubicBezTo>
                  <a:cubicBezTo>
                    <a:pt x="6013535" y="971467"/>
                    <a:pt x="5947495" y="1057827"/>
                    <a:pt x="5845895" y="1114977"/>
                  </a:cubicBezTo>
                  <a:cubicBezTo>
                    <a:pt x="5233755" y="1371517"/>
                    <a:pt x="5255345" y="751757"/>
                    <a:pt x="5923365" y="720007"/>
                  </a:cubicBezTo>
                  <a:cubicBezTo>
                    <a:pt x="5763345" y="112947"/>
                    <a:pt x="4193341" y="185337"/>
                    <a:pt x="2804503" y="130727"/>
                  </a:cubicBezTo>
                  <a:cubicBezTo>
                    <a:pt x="1694918" y="129457"/>
                    <a:pt x="978638" y="109137"/>
                    <a:pt x="526518" y="512997"/>
                  </a:cubicBezTo>
                  <a:cubicBezTo>
                    <a:pt x="333478" y="717467"/>
                    <a:pt x="456668" y="1022267"/>
                    <a:pt x="672568" y="1154347"/>
                  </a:cubicBezTo>
                  <a:cubicBezTo>
                    <a:pt x="696698" y="1163237"/>
                    <a:pt x="697968" y="1201337"/>
                    <a:pt x="689078" y="1222927"/>
                  </a:cubicBezTo>
                  <a:cubicBezTo>
                    <a:pt x="443968" y="1167047"/>
                    <a:pt x="228068" y="1487087"/>
                    <a:pt x="329668" y="1709337"/>
                  </a:cubicBezTo>
                  <a:cubicBezTo>
                    <a:pt x="483338" y="1644567"/>
                    <a:pt x="789408" y="1619167"/>
                    <a:pt x="840208" y="1821097"/>
                  </a:cubicBezTo>
                  <a:cubicBezTo>
                    <a:pt x="803378" y="2058587"/>
                    <a:pt x="427458" y="2003977"/>
                    <a:pt x="302998" y="1865547"/>
                  </a:cubicBezTo>
                  <a:cubicBezTo>
                    <a:pt x="-1080032" y="3571157"/>
                    <a:pt x="6478355" y="2885357"/>
                    <a:pt x="7146375" y="2632627"/>
                  </a:cubicBezTo>
                  <a:cubicBezTo>
                    <a:pt x="7613735" y="2463717"/>
                    <a:pt x="7579445" y="1986197"/>
                    <a:pt x="7110815" y="1847767"/>
                  </a:cubicBezTo>
                  <a:cubicBezTo>
                    <a:pt x="6897455" y="1741087"/>
                    <a:pt x="6463115" y="1835067"/>
                    <a:pt x="6422475" y="1738547"/>
                  </a:cubicBezTo>
                  <a:close/>
                  <a:moveTo>
                    <a:pt x="5924635" y="840657"/>
                  </a:moveTo>
                  <a:cubicBezTo>
                    <a:pt x="5776044" y="849547"/>
                    <a:pt x="5567765" y="880027"/>
                    <a:pt x="5508075" y="1037507"/>
                  </a:cubicBezTo>
                  <a:cubicBezTo>
                    <a:pt x="5661745" y="1130217"/>
                    <a:pt x="5889075" y="1012107"/>
                    <a:pt x="5924635" y="840657"/>
                  </a:cubicBezTo>
                  <a:close/>
                  <a:moveTo>
                    <a:pt x="396978" y="1795697"/>
                  </a:moveTo>
                  <a:cubicBezTo>
                    <a:pt x="476988" y="1873167"/>
                    <a:pt x="628118" y="1903647"/>
                    <a:pt x="719558" y="1849037"/>
                  </a:cubicBezTo>
                  <a:cubicBezTo>
                    <a:pt x="808458" y="1752517"/>
                    <a:pt x="449048" y="1752517"/>
                    <a:pt x="396978" y="1795697"/>
                  </a:cubicBezTo>
                  <a:close/>
                </a:path>
              </a:pathLst>
            </a:custGeom>
            <a:solidFill>
              <a:srgbClr val="DB936E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469973" y="928402"/>
            <a:ext cx="7348055" cy="132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99"/>
              </a:lnSpc>
              <a:spcBef>
                <a:spcPct val="0"/>
              </a:spcBef>
            </a:pPr>
            <a:r>
              <a:rPr lang="en-US" sz="9999" spc="-499">
                <a:solidFill>
                  <a:srgbClr val="025A40"/>
                </a:solidFill>
                <a:latin typeface="Kalam"/>
                <a:ea typeface="Kalam"/>
                <a:cs typeface="Kalam"/>
                <a:sym typeface="Kalam"/>
              </a:rPr>
              <a:t>Visual Output</a:t>
            </a:r>
          </a:p>
        </p:txBody>
      </p:sp>
      <p:grpSp>
        <p:nvGrpSpPr>
          <p:cNvPr id="5" name="Group 5"/>
          <p:cNvGrpSpPr/>
          <p:nvPr/>
        </p:nvGrpSpPr>
        <p:grpSpPr>
          <a:xfrm rot="-8857549">
            <a:off x="6370" y="-4802327"/>
            <a:ext cx="6049776" cy="6963288"/>
            <a:chOff x="0" y="0"/>
            <a:chExt cx="6350000" cy="7308846"/>
          </a:xfrm>
        </p:grpSpPr>
        <p:sp>
          <p:nvSpPr>
            <p:cNvPr id="6" name="Freeform 6"/>
            <p:cNvSpPr/>
            <p:nvPr/>
          </p:nvSpPr>
          <p:spPr>
            <a:xfrm>
              <a:off x="339986" y="548515"/>
              <a:ext cx="5595768" cy="6250084"/>
            </a:xfrm>
            <a:custGeom>
              <a:avLst/>
              <a:gdLst/>
              <a:ahLst/>
              <a:cxnLst/>
              <a:rect l="l" t="t" r="r" b="b"/>
              <a:pathLst>
                <a:path w="5595768" h="6250084">
                  <a:moveTo>
                    <a:pt x="5270874" y="5119491"/>
                  </a:moveTo>
                  <a:cubicBezTo>
                    <a:pt x="5284844" y="5106791"/>
                    <a:pt x="5300084" y="5094091"/>
                    <a:pt x="5314054" y="5081391"/>
                  </a:cubicBezTo>
                  <a:cubicBezTo>
                    <a:pt x="5316594" y="5082661"/>
                    <a:pt x="5317864" y="5085200"/>
                    <a:pt x="5320404" y="5086471"/>
                  </a:cubicBezTo>
                  <a:cubicBezTo>
                    <a:pt x="5317864" y="5092821"/>
                    <a:pt x="5316594" y="5101711"/>
                    <a:pt x="5312784" y="5106791"/>
                  </a:cubicBezTo>
                  <a:cubicBezTo>
                    <a:pt x="5162924" y="5289671"/>
                    <a:pt x="5034654" y="5491600"/>
                    <a:pt x="4858124" y="5651621"/>
                  </a:cubicBezTo>
                  <a:cubicBezTo>
                    <a:pt x="4611744" y="5875141"/>
                    <a:pt x="4323454" y="6019921"/>
                    <a:pt x="4005954" y="6110090"/>
                  </a:cubicBezTo>
                  <a:cubicBezTo>
                    <a:pt x="3670674" y="6205340"/>
                    <a:pt x="3327774" y="6240900"/>
                    <a:pt x="2981064" y="6248521"/>
                  </a:cubicBezTo>
                  <a:cubicBezTo>
                    <a:pt x="2502274" y="6258680"/>
                    <a:pt x="2029834" y="6220580"/>
                    <a:pt x="1565014" y="6097390"/>
                  </a:cubicBezTo>
                  <a:cubicBezTo>
                    <a:pt x="1351654" y="6041511"/>
                    <a:pt x="1145914" y="5964040"/>
                    <a:pt x="952874" y="5854821"/>
                  </a:cubicBezTo>
                  <a:cubicBezTo>
                    <a:pt x="630294" y="5671941"/>
                    <a:pt x="402964" y="5403971"/>
                    <a:pt x="255644" y="5066150"/>
                  </a:cubicBezTo>
                  <a:cubicBezTo>
                    <a:pt x="134994" y="4791831"/>
                    <a:pt x="71494" y="4502271"/>
                    <a:pt x="37204" y="4205091"/>
                  </a:cubicBezTo>
                  <a:cubicBezTo>
                    <a:pt x="-8516" y="3811391"/>
                    <a:pt x="-12326" y="2772802"/>
                    <a:pt x="27044" y="2065145"/>
                  </a:cubicBezTo>
                  <a:cubicBezTo>
                    <a:pt x="71494" y="1624455"/>
                    <a:pt x="206114" y="1214245"/>
                    <a:pt x="425824" y="831975"/>
                  </a:cubicBezTo>
                  <a:cubicBezTo>
                    <a:pt x="564254" y="589405"/>
                    <a:pt x="761104" y="406525"/>
                    <a:pt x="1008754" y="276985"/>
                  </a:cubicBezTo>
                  <a:cubicBezTo>
                    <a:pt x="1178934" y="188085"/>
                    <a:pt x="1347844" y="96645"/>
                    <a:pt x="1535804" y="53465"/>
                  </a:cubicBezTo>
                  <a:cubicBezTo>
                    <a:pt x="1629784" y="31875"/>
                    <a:pt x="1725034" y="19175"/>
                    <a:pt x="1820284" y="3935"/>
                  </a:cubicBezTo>
                  <a:cubicBezTo>
                    <a:pt x="1829174" y="2665"/>
                    <a:pt x="1839334" y="5205"/>
                    <a:pt x="1848224" y="10285"/>
                  </a:cubicBezTo>
                  <a:cubicBezTo>
                    <a:pt x="1742814" y="34415"/>
                    <a:pt x="1637404" y="59815"/>
                    <a:pt x="1531994" y="83945"/>
                  </a:cubicBezTo>
                  <a:cubicBezTo>
                    <a:pt x="1533264" y="87755"/>
                    <a:pt x="1533264" y="91565"/>
                    <a:pt x="1534534" y="95375"/>
                  </a:cubicBezTo>
                  <a:cubicBezTo>
                    <a:pt x="1603114" y="83945"/>
                    <a:pt x="1671694" y="71245"/>
                    <a:pt x="1740274" y="61085"/>
                  </a:cubicBezTo>
                  <a:cubicBezTo>
                    <a:pt x="2130164" y="3935"/>
                    <a:pt x="2521324" y="-8765"/>
                    <a:pt x="2913754" y="5205"/>
                  </a:cubicBezTo>
                  <a:cubicBezTo>
                    <a:pt x="3278244" y="19175"/>
                    <a:pt x="3640194" y="54735"/>
                    <a:pt x="3995794" y="138555"/>
                  </a:cubicBezTo>
                  <a:cubicBezTo>
                    <a:pt x="4272654" y="203325"/>
                    <a:pt x="4535544" y="301115"/>
                    <a:pt x="4774304" y="461135"/>
                  </a:cubicBezTo>
                  <a:cubicBezTo>
                    <a:pt x="5099424" y="678305"/>
                    <a:pt x="5303894" y="983105"/>
                    <a:pt x="5424544" y="1350135"/>
                  </a:cubicBezTo>
                  <a:cubicBezTo>
                    <a:pt x="5522334" y="1646045"/>
                    <a:pt x="5569324" y="1952115"/>
                    <a:pt x="5587104" y="2261995"/>
                  </a:cubicBezTo>
                  <a:cubicBezTo>
                    <a:pt x="5603614" y="3426411"/>
                    <a:pt x="5597264" y="3784721"/>
                    <a:pt x="5561704" y="4066661"/>
                  </a:cubicBezTo>
                  <a:cubicBezTo>
                    <a:pt x="5515984" y="4427341"/>
                    <a:pt x="5433434" y="4777861"/>
                    <a:pt x="5269604" y="5105521"/>
                  </a:cubicBezTo>
                  <a:cubicBezTo>
                    <a:pt x="5268334" y="5109331"/>
                    <a:pt x="5267064" y="5113141"/>
                    <a:pt x="5265794" y="5116951"/>
                  </a:cubicBezTo>
                  <a:cubicBezTo>
                    <a:pt x="5267064" y="5116951"/>
                    <a:pt x="5269604" y="5118221"/>
                    <a:pt x="5270874" y="5119491"/>
                  </a:cubicBezTo>
                  <a:close/>
                  <a:moveTo>
                    <a:pt x="2645784" y="62355"/>
                  </a:moveTo>
                  <a:cubicBezTo>
                    <a:pt x="2466714" y="71245"/>
                    <a:pt x="2287644" y="77595"/>
                    <a:pt x="2109844" y="90295"/>
                  </a:cubicBezTo>
                  <a:cubicBezTo>
                    <a:pt x="1844414" y="110615"/>
                    <a:pt x="1582794" y="147445"/>
                    <a:pt x="1328794" y="232535"/>
                  </a:cubicBezTo>
                  <a:cubicBezTo>
                    <a:pt x="1172584" y="284605"/>
                    <a:pt x="1020184" y="348105"/>
                    <a:pt x="890644" y="453515"/>
                  </a:cubicBezTo>
                  <a:cubicBezTo>
                    <a:pt x="720464" y="590675"/>
                    <a:pt x="579494" y="754505"/>
                    <a:pt x="466464" y="942465"/>
                  </a:cubicBezTo>
                  <a:cubicBezTo>
                    <a:pt x="359784" y="1117725"/>
                    <a:pt x="297554" y="1310765"/>
                    <a:pt x="249294" y="1508885"/>
                  </a:cubicBezTo>
                  <a:cubicBezTo>
                    <a:pt x="150234" y="1911475"/>
                    <a:pt x="126104" y="2321685"/>
                    <a:pt x="145154" y="3693281"/>
                  </a:cubicBezTo>
                  <a:cubicBezTo>
                    <a:pt x="159124" y="3993001"/>
                    <a:pt x="201034" y="4288911"/>
                    <a:pt x="288664" y="4577201"/>
                  </a:cubicBezTo>
                  <a:cubicBezTo>
                    <a:pt x="438524" y="5071231"/>
                    <a:pt x="723004" y="5463661"/>
                    <a:pt x="1171314" y="5729091"/>
                  </a:cubicBezTo>
                  <a:cubicBezTo>
                    <a:pt x="1509134" y="5928481"/>
                    <a:pt x="1877434" y="6035161"/>
                    <a:pt x="2263514" y="6083421"/>
                  </a:cubicBezTo>
                  <a:cubicBezTo>
                    <a:pt x="2696584" y="6136761"/>
                    <a:pt x="3129654" y="6130411"/>
                    <a:pt x="3562724" y="6071990"/>
                  </a:cubicBezTo>
                  <a:cubicBezTo>
                    <a:pt x="3960234" y="6017380"/>
                    <a:pt x="4329804" y="5889111"/>
                    <a:pt x="4660004" y="5659241"/>
                  </a:cubicBezTo>
                  <a:cubicBezTo>
                    <a:pt x="4816214" y="5550021"/>
                    <a:pt x="4964804" y="5433181"/>
                    <a:pt x="5074024" y="5270621"/>
                  </a:cubicBezTo>
                  <a:cubicBezTo>
                    <a:pt x="5234044" y="5030591"/>
                    <a:pt x="5341994" y="4768971"/>
                    <a:pt x="5413114" y="4492111"/>
                  </a:cubicBezTo>
                  <a:cubicBezTo>
                    <a:pt x="5524874" y="4051421"/>
                    <a:pt x="5555354" y="3604380"/>
                    <a:pt x="5518524" y="2193415"/>
                  </a:cubicBezTo>
                  <a:cubicBezTo>
                    <a:pt x="5495664" y="1900045"/>
                    <a:pt x="5442324" y="1613025"/>
                    <a:pt x="5343264" y="1336165"/>
                  </a:cubicBezTo>
                  <a:cubicBezTo>
                    <a:pt x="5203564" y="950085"/>
                    <a:pt x="4962264" y="649095"/>
                    <a:pt x="4601584" y="448435"/>
                  </a:cubicBezTo>
                  <a:cubicBezTo>
                    <a:pt x="4392034" y="331595"/>
                    <a:pt x="4167244" y="254125"/>
                    <a:pt x="3934834" y="200785"/>
                  </a:cubicBezTo>
                  <a:cubicBezTo>
                    <a:pt x="3509384" y="102995"/>
                    <a:pt x="3080124" y="69975"/>
                    <a:pt x="2645784" y="62355"/>
                  </a:cubicBezTo>
                  <a:close/>
                  <a:moveTo>
                    <a:pt x="1948554" y="6107551"/>
                  </a:moveTo>
                  <a:cubicBezTo>
                    <a:pt x="1769484" y="6060561"/>
                    <a:pt x="1592954" y="6009761"/>
                    <a:pt x="1422774" y="5941181"/>
                  </a:cubicBezTo>
                  <a:cubicBezTo>
                    <a:pt x="830954" y="5702421"/>
                    <a:pt x="430904" y="5282051"/>
                    <a:pt x="236594" y="4671181"/>
                  </a:cubicBezTo>
                  <a:cubicBezTo>
                    <a:pt x="156584" y="4420991"/>
                    <a:pt x="115944" y="4161911"/>
                    <a:pt x="88004" y="3901561"/>
                  </a:cubicBezTo>
                  <a:cubicBezTo>
                    <a:pt x="86734" y="3906641"/>
                    <a:pt x="86734" y="3911721"/>
                    <a:pt x="86734" y="3916801"/>
                  </a:cubicBezTo>
                  <a:cubicBezTo>
                    <a:pt x="90544" y="3971411"/>
                    <a:pt x="94354" y="4024751"/>
                    <a:pt x="99434" y="4079361"/>
                  </a:cubicBezTo>
                  <a:cubicBezTo>
                    <a:pt x="129914" y="4382891"/>
                    <a:pt x="189604" y="4680071"/>
                    <a:pt x="308984" y="4963281"/>
                  </a:cubicBezTo>
                  <a:cubicBezTo>
                    <a:pt x="463924" y="5334121"/>
                    <a:pt x="709034" y="5623681"/>
                    <a:pt x="1065904" y="5815451"/>
                  </a:cubicBezTo>
                  <a:cubicBezTo>
                    <a:pt x="1256404" y="5918321"/>
                    <a:pt x="1458334" y="5991980"/>
                    <a:pt x="1669154" y="6044051"/>
                  </a:cubicBezTo>
                  <a:cubicBezTo>
                    <a:pt x="1759324" y="6066911"/>
                    <a:pt x="1854574" y="6085961"/>
                    <a:pt x="1948554" y="6107551"/>
                  </a:cubicBezTo>
                  <a:close/>
                </a:path>
              </a:pathLst>
            </a:custGeom>
            <a:solidFill>
              <a:srgbClr val="F6DB86"/>
            </a:solidFill>
          </p:spPr>
        </p:sp>
      </p:grpSp>
      <p:grpSp>
        <p:nvGrpSpPr>
          <p:cNvPr id="7" name="Group 7"/>
          <p:cNvGrpSpPr/>
          <p:nvPr/>
        </p:nvGrpSpPr>
        <p:grpSpPr>
          <a:xfrm rot="2869396">
            <a:off x="-2823895" y="-1089434"/>
            <a:ext cx="5246370" cy="524637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339986" y="548515"/>
              <a:ext cx="5595768" cy="5291238"/>
            </a:xfrm>
            <a:custGeom>
              <a:avLst/>
              <a:gdLst/>
              <a:ahLst/>
              <a:cxnLst/>
              <a:rect l="l" t="t" r="r" b="b"/>
              <a:pathLst>
                <a:path w="5595768" h="5291238">
                  <a:moveTo>
                    <a:pt x="5270874" y="4160645"/>
                  </a:moveTo>
                  <a:cubicBezTo>
                    <a:pt x="5284844" y="4147945"/>
                    <a:pt x="5300084" y="4135245"/>
                    <a:pt x="5314054" y="4122545"/>
                  </a:cubicBezTo>
                  <a:cubicBezTo>
                    <a:pt x="5316594" y="4123815"/>
                    <a:pt x="5317864" y="4126355"/>
                    <a:pt x="5320404" y="4127625"/>
                  </a:cubicBezTo>
                  <a:cubicBezTo>
                    <a:pt x="5317864" y="4133975"/>
                    <a:pt x="5316594" y="4142865"/>
                    <a:pt x="5312784" y="4147945"/>
                  </a:cubicBezTo>
                  <a:cubicBezTo>
                    <a:pt x="5162924" y="4330825"/>
                    <a:pt x="5034654" y="4532755"/>
                    <a:pt x="4858124" y="4692775"/>
                  </a:cubicBezTo>
                  <a:cubicBezTo>
                    <a:pt x="4611744" y="4916295"/>
                    <a:pt x="4323454" y="5061075"/>
                    <a:pt x="4005954" y="5151245"/>
                  </a:cubicBezTo>
                  <a:cubicBezTo>
                    <a:pt x="3670674" y="5246495"/>
                    <a:pt x="3327774" y="5282055"/>
                    <a:pt x="2981064" y="5289675"/>
                  </a:cubicBezTo>
                  <a:cubicBezTo>
                    <a:pt x="2502274" y="5299835"/>
                    <a:pt x="2029834" y="5261735"/>
                    <a:pt x="1565014" y="5138545"/>
                  </a:cubicBezTo>
                  <a:cubicBezTo>
                    <a:pt x="1351654" y="5082665"/>
                    <a:pt x="1145914" y="5005195"/>
                    <a:pt x="952874" y="4895975"/>
                  </a:cubicBezTo>
                  <a:cubicBezTo>
                    <a:pt x="630294" y="4713095"/>
                    <a:pt x="402964" y="4445125"/>
                    <a:pt x="255644" y="4107305"/>
                  </a:cubicBezTo>
                  <a:cubicBezTo>
                    <a:pt x="134994" y="3832985"/>
                    <a:pt x="71494" y="3543425"/>
                    <a:pt x="37204" y="3246245"/>
                  </a:cubicBezTo>
                  <a:cubicBezTo>
                    <a:pt x="-8516" y="2852545"/>
                    <a:pt x="-12326" y="2458845"/>
                    <a:pt x="27044" y="2065145"/>
                  </a:cubicBezTo>
                  <a:cubicBezTo>
                    <a:pt x="71494" y="1624455"/>
                    <a:pt x="206114" y="1214245"/>
                    <a:pt x="425824" y="831975"/>
                  </a:cubicBezTo>
                  <a:cubicBezTo>
                    <a:pt x="564254" y="589405"/>
                    <a:pt x="761104" y="406525"/>
                    <a:pt x="1008754" y="276985"/>
                  </a:cubicBezTo>
                  <a:cubicBezTo>
                    <a:pt x="1178934" y="188085"/>
                    <a:pt x="1347844" y="96645"/>
                    <a:pt x="1535804" y="53465"/>
                  </a:cubicBezTo>
                  <a:cubicBezTo>
                    <a:pt x="1629784" y="31875"/>
                    <a:pt x="1725034" y="19175"/>
                    <a:pt x="1820284" y="3935"/>
                  </a:cubicBezTo>
                  <a:cubicBezTo>
                    <a:pt x="1829174" y="2665"/>
                    <a:pt x="1839334" y="5205"/>
                    <a:pt x="1848224" y="10285"/>
                  </a:cubicBezTo>
                  <a:cubicBezTo>
                    <a:pt x="1742814" y="34415"/>
                    <a:pt x="1637404" y="59815"/>
                    <a:pt x="1531994" y="83945"/>
                  </a:cubicBezTo>
                  <a:cubicBezTo>
                    <a:pt x="1533264" y="87755"/>
                    <a:pt x="1533264" y="91565"/>
                    <a:pt x="1534534" y="95375"/>
                  </a:cubicBezTo>
                  <a:cubicBezTo>
                    <a:pt x="1603114" y="83945"/>
                    <a:pt x="1671694" y="71245"/>
                    <a:pt x="1740274" y="61085"/>
                  </a:cubicBezTo>
                  <a:cubicBezTo>
                    <a:pt x="2130164" y="3935"/>
                    <a:pt x="2521324" y="-8765"/>
                    <a:pt x="2913754" y="5205"/>
                  </a:cubicBezTo>
                  <a:cubicBezTo>
                    <a:pt x="3278244" y="19175"/>
                    <a:pt x="3640194" y="54735"/>
                    <a:pt x="3995794" y="138555"/>
                  </a:cubicBezTo>
                  <a:cubicBezTo>
                    <a:pt x="4272654" y="203325"/>
                    <a:pt x="4535544" y="301115"/>
                    <a:pt x="4774304" y="461135"/>
                  </a:cubicBezTo>
                  <a:cubicBezTo>
                    <a:pt x="5099424" y="678305"/>
                    <a:pt x="5303894" y="983105"/>
                    <a:pt x="5424544" y="1350135"/>
                  </a:cubicBezTo>
                  <a:cubicBezTo>
                    <a:pt x="5522334" y="1646045"/>
                    <a:pt x="5569324" y="1952115"/>
                    <a:pt x="5587104" y="2261995"/>
                  </a:cubicBezTo>
                  <a:cubicBezTo>
                    <a:pt x="5603614" y="2543935"/>
                    <a:pt x="5597264" y="2825875"/>
                    <a:pt x="5561704" y="3107815"/>
                  </a:cubicBezTo>
                  <a:cubicBezTo>
                    <a:pt x="5515984" y="3468495"/>
                    <a:pt x="5433434" y="3819015"/>
                    <a:pt x="5269604" y="4146675"/>
                  </a:cubicBezTo>
                  <a:cubicBezTo>
                    <a:pt x="5268334" y="4150485"/>
                    <a:pt x="5267064" y="4154295"/>
                    <a:pt x="5265794" y="4158105"/>
                  </a:cubicBezTo>
                  <a:cubicBezTo>
                    <a:pt x="5267064" y="4158105"/>
                    <a:pt x="5269604" y="4159375"/>
                    <a:pt x="5270874" y="4160645"/>
                  </a:cubicBezTo>
                  <a:close/>
                  <a:moveTo>
                    <a:pt x="2645784" y="62355"/>
                  </a:moveTo>
                  <a:cubicBezTo>
                    <a:pt x="2466714" y="71245"/>
                    <a:pt x="2287644" y="77595"/>
                    <a:pt x="2109844" y="90295"/>
                  </a:cubicBezTo>
                  <a:cubicBezTo>
                    <a:pt x="1844414" y="110615"/>
                    <a:pt x="1582794" y="147445"/>
                    <a:pt x="1328794" y="232535"/>
                  </a:cubicBezTo>
                  <a:cubicBezTo>
                    <a:pt x="1172584" y="284605"/>
                    <a:pt x="1020184" y="348105"/>
                    <a:pt x="890644" y="453515"/>
                  </a:cubicBezTo>
                  <a:cubicBezTo>
                    <a:pt x="720464" y="590675"/>
                    <a:pt x="579494" y="754505"/>
                    <a:pt x="466464" y="942465"/>
                  </a:cubicBezTo>
                  <a:cubicBezTo>
                    <a:pt x="359784" y="1117725"/>
                    <a:pt x="297554" y="1310765"/>
                    <a:pt x="249294" y="1508885"/>
                  </a:cubicBezTo>
                  <a:cubicBezTo>
                    <a:pt x="150234" y="1911475"/>
                    <a:pt x="126104" y="2321685"/>
                    <a:pt x="145154" y="2734435"/>
                  </a:cubicBezTo>
                  <a:cubicBezTo>
                    <a:pt x="159124" y="3034155"/>
                    <a:pt x="201034" y="3330065"/>
                    <a:pt x="288664" y="3618355"/>
                  </a:cubicBezTo>
                  <a:cubicBezTo>
                    <a:pt x="438524" y="4112385"/>
                    <a:pt x="723004" y="4504815"/>
                    <a:pt x="1171314" y="4770245"/>
                  </a:cubicBezTo>
                  <a:cubicBezTo>
                    <a:pt x="1509134" y="4969635"/>
                    <a:pt x="1877434" y="5076315"/>
                    <a:pt x="2263514" y="5124575"/>
                  </a:cubicBezTo>
                  <a:cubicBezTo>
                    <a:pt x="2696584" y="5177915"/>
                    <a:pt x="3129654" y="5171565"/>
                    <a:pt x="3562724" y="5113145"/>
                  </a:cubicBezTo>
                  <a:cubicBezTo>
                    <a:pt x="3960234" y="5058535"/>
                    <a:pt x="4329804" y="4930265"/>
                    <a:pt x="4660004" y="4700395"/>
                  </a:cubicBezTo>
                  <a:cubicBezTo>
                    <a:pt x="4816214" y="4591175"/>
                    <a:pt x="4964804" y="4474335"/>
                    <a:pt x="5074024" y="4311775"/>
                  </a:cubicBezTo>
                  <a:cubicBezTo>
                    <a:pt x="5234044" y="4071745"/>
                    <a:pt x="5341994" y="3810125"/>
                    <a:pt x="5413114" y="3533265"/>
                  </a:cubicBezTo>
                  <a:cubicBezTo>
                    <a:pt x="5524874" y="3092575"/>
                    <a:pt x="5555354" y="2645535"/>
                    <a:pt x="5518524" y="2193415"/>
                  </a:cubicBezTo>
                  <a:cubicBezTo>
                    <a:pt x="5495664" y="1900045"/>
                    <a:pt x="5442324" y="1613025"/>
                    <a:pt x="5343264" y="1336165"/>
                  </a:cubicBezTo>
                  <a:cubicBezTo>
                    <a:pt x="5203564" y="950085"/>
                    <a:pt x="4962264" y="649095"/>
                    <a:pt x="4601584" y="448435"/>
                  </a:cubicBezTo>
                  <a:cubicBezTo>
                    <a:pt x="4392034" y="331595"/>
                    <a:pt x="4167244" y="254125"/>
                    <a:pt x="3934834" y="200785"/>
                  </a:cubicBezTo>
                  <a:cubicBezTo>
                    <a:pt x="3509384" y="102995"/>
                    <a:pt x="3080124" y="69975"/>
                    <a:pt x="2645784" y="62355"/>
                  </a:cubicBezTo>
                  <a:close/>
                  <a:moveTo>
                    <a:pt x="1948554" y="5148705"/>
                  </a:moveTo>
                  <a:cubicBezTo>
                    <a:pt x="1769484" y="5101715"/>
                    <a:pt x="1592954" y="5050915"/>
                    <a:pt x="1422774" y="4982335"/>
                  </a:cubicBezTo>
                  <a:cubicBezTo>
                    <a:pt x="830954" y="4743575"/>
                    <a:pt x="430904" y="4323205"/>
                    <a:pt x="236594" y="3712335"/>
                  </a:cubicBezTo>
                  <a:cubicBezTo>
                    <a:pt x="156584" y="3462145"/>
                    <a:pt x="115944" y="3203065"/>
                    <a:pt x="88004" y="2942715"/>
                  </a:cubicBezTo>
                  <a:cubicBezTo>
                    <a:pt x="86734" y="2947795"/>
                    <a:pt x="86734" y="2952875"/>
                    <a:pt x="86734" y="2957955"/>
                  </a:cubicBezTo>
                  <a:cubicBezTo>
                    <a:pt x="90544" y="3012565"/>
                    <a:pt x="94354" y="3065905"/>
                    <a:pt x="99434" y="3120515"/>
                  </a:cubicBezTo>
                  <a:cubicBezTo>
                    <a:pt x="129914" y="3424045"/>
                    <a:pt x="189604" y="3721225"/>
                    <a:pt x="308984" y="4004435"/>
                  </a:cubicBezTo>
                  <a:cubicBezTo>
                    <a:pt x="463924" y="4375275"/>
                    <a:pt x="709034" y="4664835"/>
                    <a:pt x="1065904" y="4856605"/>
                  </a:cubicBezTo>
                  <a:cubicBezTo>
                    <a:pt x="1256404" y="4959475"/>
                    <a:pt x="1458334" y="5033135"/>
                    <a:pt x="1669154" y="5085205"/>
                  </a:cubicBezTo>
                  <a:cubicBezTo>
                    <a:pt x="1759324" y="5108065"/>
                    <a:pt x="1854574" y="5127115"/>
                    <a:pt x="1948554" y="5148705"/>
                  </a:cubicBezTo>
                  <a:close/>
                </a:path>
              </a:pathLst>
            </a:custGeom>
            <a:solidFill>
              <a:srgbClr val="C2738D"/>
            </a:solidFill>
          </p:spPr>
        </p:sp>
      </p:grpSp>
      <p:grpSp>
        <p:nvGrpSpPr>
          <p:cNvPr id="9" name="Group 9"/>
          <p:cNvGrpSpPr/>
          <p:nvPr/>
        </p:nvGrpSpPr>
        <p:grpSpPr>
          <a:xfrm rot="-8492157">
            <a:off x="15263112" y="7262112"/>
            <a:ext cx="6049776" cy="6049776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339986" y="548515"/>
              <a:ext cx="5595768" cy="5291238"/>
            </a:xfrm>
            <a:custGeom>
              <a:avLst/>
              <a:gdLst/>
              <a:ahLst/>
              <a:cxnLst/>
              <a:rect l="l" t="t" r="r" b="b"/>
              <a:pathLst>
                <a:path w="5595768" h="5291238">
                  <a:moveTo>
                    <a:pt x="5270874" y="4160645"/>
                  </a:moveTo>
                  <a:cubicBezTo>
                    <a:pt x="5284844" y="4147945"/>
                    <a:pt x="5300084" y="4135245"/>
                    <a:pt x="5314054" y="4122545"/>
                  </a:cubicBezTo>
                  <a:cubicBezTo>
                    <a:pt x="5316594" y="4123815"/>
                    <a:pt x="5317864" y="4126355"/>
                    <a:pt x="5320404" y="4127625"/>
                  </a:cubicBezTo>
                  <a:cubicBezTo>
                    <a:pt x="5317864" y="4133975"/>
                    <a:pt x="5316594" y="4142865"/>
                    <a:pt x="5312784" y="4147945"/>
                  </a:cubicBezTo>
                  <a:cubicBezTo>
                    <a:pt x="5162924" y="4330825"/>
                    <a:pt x="5034654" y="4532755"/>
                    <a:pt x="4858124" y="4692775"/>
                  </a:cubicBezTo>
                  <a:cubicBezTo>
                    <a:pt x="4611744" y="4916295"/>
                    <a:pt x="4323454" y="5061075"/>
                    <a:pt x="4005954" y="5151245"/>
                  </a:cubicBezTo>
                  <a:cubicBezTo>
                    <a:pt x="3670674" y="5246495"/>
                    <a:pt x="3327774" y="5282055"/>
                    <a:pt x="2981064" y="5289675"/>
                  </a:cubicBezTo>
                  <a:cubicBezTo>
                    <a:pt x="2502274" y="5299835"/>
                    <a:pt x="2029834" y="5261735"/>
                    <a:pt x="1565014" y="5138545"/>
                  </a:cubicBezTo>
                  <a:cubicBezTo>
                    <a:pt x="1351654" y="5082665"/>
                    <a:pt x="1145914" y="5005195"/>
                    <a:pt x="952874" y="4895975"/>
                  </a:cubicBezTo>
                  <a:cubicBezTo>
                    <a:pt x="630294" y="4713095"/>
                    <a:pt x="402964" y="4445125"/>
                    <a:pt x="255644" y="4107305"/>
                  </a:cubicBezTo>
                  <a:cubicBezTo>
                    <a:pt x="134994" y="3832985"/>
                    <a:pt x="71494" y="3543425"/>
                    <a:pt x="37204" y="3246245"/>
                  </a:cubicBezTo>
                  <a:cubicBezTo>
                    <a:pt x="-8516" y="2852545"/>
                    <a:pt x="-12326" y="2458845"/>
                    <a:pt x="27044" y="2065145"/>
                  </a:cubicBezTo>
                  <a:cubicBezTo>
                    <a:pt x="71494" y="1624455"/>
                    <a:pt x="206114" y="1214245"/>
                    <a:pt x="425824" y="831975"/>
                  </a:cubicBezTo>
                  <a:cubicBezTo>
                    <a:pt x="564254" y="589405"/>
                    <a:pt x="761104" y="406525"/>
                    <a:pt x="1008754" y="276985"/>
                  </a:cubicBezTo>
                  <a:cubicBezTo>
                    <a:pt x="1178934" y="188085"/>
                    <a:pt x="1347844" y="96645"/>
                    <a:pt x="1535804" y="53465"/>
                  </a:cubicBezTo>
                  <a:cubicBezTo>
                    <a:pt x="1629784" y="31875"/>
                    <a:pt x="1725034" y="19175"/>
                    <a:pt x="1820284" y="3935"/>
                  </a:cubicBezTo>
                  <a:cubicBezTo>
                    <a:pt x="1829174" y="2665"/>
                    <a:pt x="1839334" y="5205"/>
                    <a:pt x="1848224" y="10285"/>
                  </a:cubicBezTo>
                  <a:cubicBezTo>
                    <a:pt x="1742814" y="34415"/>
                    <a:pt x="1637404" y="59815"/>
                    <a:pt x="1531994" y="83945"/>
                  </a:cubicBezTo>
                  <a:cubicBezTo>
                    <a:pt x="1533264" y="87755"/>
                    <a:pt x="1533264" y="91565"/>
                    <a:pt x="1534534" y="95375"/>
                  </a:cubicBezTo>
                  <a:cubicBezTo>
                    <a:pt x="1603114" y="83945"/>
                    <a:pt x="1671694" y="71245"/>
                    <a:pt x="1740274" y="61085"/>
                  </a:cubicBezTo>
                  <a:cubicBezTo>
                    <a:pt x="2130164" y="3935"/>
                    <a:pt x="2521324" y="-8765"/>
                    <a:pt x="2913754" y="5205"/>
                  </a:cubicBezTo>
                  <a:cubicBezTo>
                    <a:pt x="3278244" y="19175"/>
                    <a:pt x="3640194" y="54735"/>
                    <a:pt x="3995794" y="138555"/>
                  </a:cubicBezTo>
                  <a:cubicBezTo>
                    <a:pt x="4272654" y="203325"/>
                    <a:pt x="4535544" y="301115"/>
                    <a:pt x="4774304" y="461135"/>
                  </a:cubicBezTo>
                  <a:cubicBezTo>
                    <a:pt x="5099424" y="678305"/>
                    <a:pt x="5303894" y="983105"/>
                    <a:pt x="5424544" y="1350135"/>
                  </a:cubicBezTo>
                  <a:cubicBezTo>
                    <a:pt x="5522334" y="1646045"/>
                    <a:pt x="5569324" y="1952115"/>
                    <a:pt x="5587104" y="2261995"/>
                  </a:cubicBezTo>
                  <a:cubicBezTo>
                    <a:pt x="5603614" y="2543935"/>
                    <a:pt x="5597264" y="2825875"/>
                    <a:pt x="5561704" y="3107815"/>
                  </a:cubicBezTo>
                  <a:cubicBezTo>
                    <a:pt x="5515984" y="3468495"/>
                    <a:pt x="5433434" y="3819015"/>
                    <a:pt x="5269604" y="4146675"/>
                  </a:cubicBezTo>
                  <a:cubicBezTo>
                    <a:pt x="5268334" y="4150485"/>
                    <a:pt x="5267064" y="4154295"/>
                    <a:pt x="5265794" y="4158105"/>
                  </a:cubicBezTo>
                  <a:cubicBezTo>
                    <a:pt x="5267064" y="4158105"/>
                    <a:pt x="5269604" y="4159375"/>
                    <a:pt x="5270874" y="4160645"/>
                  </a:cubicBezTo>
                  <a:close/>
                  <a:moveTo>
                    <a:pt x="2645784" y="62355"/>
                  </a:moveTo>
                  <a:cubicBezTo>
                    <a:pt x="2466714" y="71245"/>
                    <a:pt x="2287644" y="77595"/>
                    <a:pt x="2109844" y="90295"/>
                  </a:cubicBezTo>
                  <a:cubicBezTo>
                    <a:pt x="1844414" y="110615"/>
                    <a:pt x="1582794" y="147445"/>
                    <a:pt x="1328794" y="232535"/>
                  </a:cubicBezTo>
                  <a:cubicBezTo>
                    <a:pt x="1172584" y="284605"/>
                    <a:pt x="1020184" y="348105"/>
                    <a:pt x="890644" y="453515"/>
                  </a:cubicBezTo>
                  <a:cubicBezTo>
                    <a:pt x="720464" y="590675"/>
                    <a:pt x="579494" y="754505"/>
                    <a:pt x="466464" y="942465"/>
                  </a:cubicBezTo>
                  <a:cubicBezTo>
                    <a:pt x="359784" y="1117725"/>
                    <a:pt x="297554" y="1310765"/>
                    <a:pt x="249294" y="1508885"/>
                  </a:cubicBezTo>
                  <a:cubicBezTo>
                    <a:pt x="150234" y="1911475"/>
                    <a:pt x="126104" y="2321685"/>
                    <a:pt x="145154" y="2734435"/>
                  </a:cubicBezTo>
                  <a:cubicBezTo>
                    <a:pt x="159124" y="3034155"/>
                    <a:pt x="201034" y="3330065"/>
                    <a:pt x="288664" y="3618355"/>
                  </a:cubicBezTo>
                  <a:cubicBezTo>
                    <a:pt x="438524" y="4112385"/>
                    <a:pt x="723004" y="4504815"/>
                    <a:pt x="1171314" y="4770245"/>
                  </a:cubicBezTo>
                  <a:cubicBezTo>
                    <a:pt x="1509134" y="4969635"/>
                    <a:pt x="1877434" y="5076315"/>
                    <a:pt x="2263514" y="5124575"/>
                  </a:cubicBezTo>
                  <a:cubicBezTo>
                    <a:pt x="2696584" y="5177915"/>
                    <a:pt x="3129654" y="5171565"/>
                    <a:pt x="3562724" y="5113145"/>
                  </a:cubicBezTo>
                  <a:cubicBezTo>
                    <a:pt x="3960234" y="5058535"/>
                    <a:pt x="4329804" y="4930265"/>
                    <a:pt x="4660004" y="4700395"/>
                  </a:cubicBezTo>
                  <a:cubicBezTo>
                    <a:pt x="4816214" y="4591175"/>
                    <a:pt x="4964804" y="4474335"/>
                    <a:pt x="5074024" y="4311775"/>
                  </a:cubicBezTo>
                  <a:cubicBezTo>
                    <a:pt x="5234044" y="4071745"/>
                    <a:pt x="5341994" y="3810125"/>
                    <a:pt x="5413114" y="3533265"/>
                  </a:cubicBezTo>
                  <a:cubicBezTo>
                    <a:pt x="5524874" y="3092575"/>
                    <a:pt x="5555354" y="2645535"/>
                    <a:pt x="5518524" y="2193415"/>
                  </a:cubicBezTo>
                  <a:cubicBezTo>
                    <a:pt x="5495664" y="1900045"/>
                    <a:pt x="5442324" y="1613025"/>
                    <a:pt x="5343264" y="1336165"/>
                  </a:cubicBezTo>
                  <a:cubicBezTo>
                    <a:pt x="5203564" y="950085"/>
                    <a:pt x="4962264" y="649095"/>
                    <a:pt x="4601584" y="448435"/>
                  </a:cubicBezTo>
                  <a:cubicBezTo>
                    <a:pt x="4392034" y="331595"/>
                    <a:pt x="4167244" y="254125"/>
                    <a:pt x="3934834" y="200785"/>
                  </a:cubicBezTo>
                  <a:cubicBezTo>
                    <a:pt x="3509384" y="102995"/>
                    <a:pt x="3080124" y="69975"/>
                    <a:pt x="2645784" y="62355"/>
                  </a:cubicBezTo>
                  <a:close/>
                  <a:moveTo>
                    <a:pt x="1948554" y="5148705"/>
                  </a:moveTo>
                  <a:cubicBezTo>
                    <a:pt x="1769484" y="5101715"/>
                    <a:pt x="1592954" y="5050915"/>
                    <a:pt x="1422774" y="4982335"/>
                  </a:cubicBezTo>
                  <a:cubicBezTo>
                    <a:pt x="830954" y="4743575"/>
                    <a:pt x="430904" y="4323205"/>
                    <a:pt x="236594" y="3712335"/>
                  </a:cubicBezTo>
                  <a:cubicBezTo>
                    <a:pt x="156584" y="3462145"/>
                    <a:pt x="115944" y="3203065"/>
                    <a:pt x="88004" y="2942715"/>
                  </a:cubicBezTo>
                  <a:cubicBezTo>
                    <a:pt x="86734" y="2947795"/>
                    <a:pt x="86734" y="2952875"/>
                    <a:pt x="86734" y="2957955"/>
                  </a:cubicBezTo>
                  <a:cubicBezTo>
                    <a:pt x="90544" y="3012565"/>
                    <a:pt x="94354" y="3065905"/>
                    <a:pt x="99434" y="3120515"/>
                  </a:cubicBezTo>
                  <a:cubicBezTo>
                    <a:pt x="129914" y="3424045"/>
                    <a:pt x="189604" y="3721225"/>
                    <a:pt x="308984" y="4004435"/>
                  </a:cubicBezTo>
                  <a:cubicBezTo>
                    <a:pt x="463924" y="4375275"/>
                    <a:pt x="709034" y="4664835"/>
                    <a:pt x="1065904" y="4856605"/>
                  </a:cubicBezTo>
                  <a:cubicBezTo>
                    <a:pt x="1256404" y="4959475"/>
                    <a:pt x="1458334" y="5033135"/>
                    <a:pt x="1669154" y="5085205"/>
                  </a:cubicBezTo>
                  <a:cubicBezTo>
                    <a:pt x="1759324" y="5108065"/>
                    <a:pt x="1854574" y="5127115"/>
                    <a:pt x="1948554" y="5148705"/>
                  </a:cubicBezTo>
                  <a:close/>
                </a:path>
              </a:pathLst>
            </a:custGeom>
            <a:solidFill>
              <a:srgbClr val="F6DB86"/>
            </a:solidFill>
          </p:spPr>
        </p:sp>
      </p:grpSp>
      <p:grpSp>
        <p:nvGrpSpPr>
          <p:cNvPr id="11" name="Group 11"/>
          <p:cNvGrpSpPr/>
          <p:nvPr/>
        </p:nvGrpSpPr>
        <p:grpSpPr>
          <a:xfrm rot="-9529814">
            <a:off x="13242708" y="8603652"/>
            <a:ext cx="5246370" cy="5246370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339986" y="548515"/>
              <a:ext cx="5595768" cy="5291238"/>
            </a:xfrm>
            <a:custGeom>
              <a:avLst/>
              <a:gdLst/>
              <a:ahLst/>
              <a:cxnLst/>
              <a:rect l="l" t="t" r="r" b="b"/>
              <a:pathLst>
                <a:path w="5595768" h="5291238">
                  <a:moveTo>
                    <a:pt x="5270874" y="4160645"/>
                  </a:moveTo>
                  <a:cubicBezTo>
                    <a:pt x="5284844" y="4147945"/>
                    <a:pt x="5300084" y="4135245"/>
                    <a:pt x="5314054" y="4122545"/>
                  </a:cubicBezTo>
                  <a:cubicBezTo>
                    <a:pt x="5316594" y="4123815"/>
                    <a:pt x="5317864" y="4126355"/>
                    <a:pt x="5320404" y="4127625"/>
                  </a:cubicBezTo>
                  <a:cubicBezTo>
                    <a:pt x="5317864" y="4133975"/>
                    <a:pt x="5316594" y="4142865"/>
                    <a:pt x="5312784" y="4147945"/>
                  </a:cubicBezTo>
                  <a:cubicBezTo>
                    <a:pt x="5162924" y="4330825"/>
                    <a:pt x="5034654" y="4532755"/>
                    <a:pt x="4858124" y="4692775"/>
                  </a:cubicBezTo>
                  <a:cubicBezTo>
                    <a:pt x="4611744" y="4916295"/>
                    <a:pt x="4323454" y="5061075"/>
                    <a:pt x="4005954" y="5151245"/>
                  </a:cubicBezTo>
                  <a:cubicBezTo>
                    <a:pt x="3670674" y="5246495"/>
                    <a:pt x="3327774" y="5282055"/>
                    <a:pt x="2981064" y="5289675"/>
                  </a:cubicBezTo>
                  <a:cubicBezTo>
                    <a:pt x="2502274" y="5299835"/>
                    <a:pt x="2029834" y="5261735"/>
                    <a:pt x="1565014" y="5138545"/>
                  </a:cubicBezTo>
                  <a:cubicBezTo>
                    <a:pt x="1351654" y="5082665"/>
                    <a:pt x="1145914" y="5005195"/>
                    <a:pt x="952874" y="4895975"/>
                  </a:cubicBezTo>
                  <a:cubicBezTo>
                    <a:pt x="630294" y="4713095"/>
                    <a:pt x="402964" y="4445125"/>
                    <a:pt x="255644" y="4107305"/>
                  </a:cubicBezTo>
                  <a:cubicBezTo>
                    <a:pt x="134994" y="3832985"/>
                    <a:pt x="71494" y="3543425"/>
                    <a:pt x="37204" y="3246245"/>
                  </a:cubicBezTo>
                  <a:cubicBezTo>
                    <a:pt x="-8516" y="2852545"/>
                    <a:pt x="-12326" y="2458845"/>
                    <a:pt x="27044" y="2065145"/>
                  </a:cubicBezTo>
                  <a:cubicBezTo>
                    <a:pt x="71494" y="1624455"/>
                    <a:pt x="206114" y="1214245"/>
                    <a:pt x="425824" y="831975"/>
                  </a:cubicBezTo>
                  <a:cubicBezTo>
                    <a:pt x="564254" y="589405"/>
                    <a:pt x="761104" y="406525"/>
                    <a:pt x="1008754" y="276985"/>
                  </a:cubicBezTo>
                  <a:cubicBezTo>
                    <a:pt x="1178934" y="188085"/>
                    <a:pt x="1347844" y="96645"/>
                    <a:pt x="1535804" y="53465"/>
                  </a:cubicBezTo>
                  <a:cubicBezTo>
                    <a:pt x="1629784" y="31875"/>
                    <a:pt x="1725034" y="19175"/>
                    <a:pt x="1820284" y="3935"/>
                  </a:cubicBezTo>
                  <a:cubicBezTo>
                    <a:pt x="1829174" y="2665"/>
                    <a:pt x="1839334" y="5205"/>
                    <a:pt x="1848224" y="10285"/>
                  </a:cubicBezTo>
                  <a:cubicBezTo>
                    <a:pt x="1742814" y="34415"/>
                    <a:pt x="1637404" y="59815"/>
                    <a:pt x="1531994" y="83945"/>
                  </a:cubicBezTo>
                  <a:cubicBezTo>
                    <a:pt x="1533264" y="87755"/>
                    <a:pt x="1533264" y="91565"/>
                    <a:pt x="1534534" y="95375"/>
                  </a:cubicBezTo>
                  <a:cubicBezTo>
                    <a:pt x="1603114" y="83945"/>
                    <a:pt x="1671694" y="71245"/>
                    <a:pt x="1740274" y="61085"/>
                  </a:cubicBezTo>
                  <a:cubicBezTo>
                    <a:pt x="2130164" y="3935"/>
                    <a:pt x="2521324" y="-8765"/>
                    <a:pt x="2913754" y="5205"/>
                  </a:cubicBezTo>
                  <a:cubicBezTo>
                    <a:pt x="3278244" y="19175"/>
                    <a:pt x="3640194" y="54735"/>
                    <a:pt x="3995794" y="138555"/>
                  </a:cubicBezTo>
                  <a:cubicBezTo>
                    <a:pt x="4272654" y="203325"/>
                    <a:pt x="4535544" y="301115"/>
                    <a:pt x="4774304" y="461135"/>
                  </a:cubicBezTo>
                  <a:cubicBezTo>
                    <a:pt x="5099424" y="678305"/>
                    <a:pt x="5303894" y="983105"/>
                    <a:pt x="5424544" y="1350135"/>
                  </a:cubicBezTo>
                  <a:cubicBezTo>
                    <a:pt x="5522334" y="1646045"/>
                    <a:pt x="5569324" y="1952115"/>
                    <a:pt x="5587104" y="2261995"/>
                  </a:cubicBezTo>
                  <a:cubicBezTo>
                    <a:pt x="5603614" y="2543935"/>
                    <a:pt x="5597264" y="2825875"/>
                    <a:pt x="5561704" y="3107815"/>
                  </a:cubicBezTo>
                  <a:cubicBezTo>
                    <a:pt x="5515984" y="3468495"/>
                    <a:pt x="5433434" y="3819015"/>
                    <a:pt x="5269604" y="4146675"/>
                  </a:cubicBezTo>
                  <a:cubicBezTo>
                    <a:pt x="5268334" y="4150485"/>
                    <a:pt x="5267064" y="4154295"/>
                    <a:pt x="5265794" y="4158105"/>
                  </a:cubicBezTo>
                  <a:cubicBezTo>
                    <a:pt x="5267064" y="4158105"/>
                    <a:pt x="5269604" y="4159375"/>
                    <a:pt x="5270874" y="4160645"/>
                  </a:cubicBezTo>
                  <a:close/>
                  <a:moveTo>
                    <a:pt x="2645784" y="62355"/>
                  </a:moveTo>
                  <a:cubicBezTo>
                    <a:pt x="2466714" y="71245"/>
                    <a:pt x="2287644" y="77595"/>
                    <a:pt x="2109844" y="90295"/>
                  </a:cubicBezTo>
                  <a:cubicBezTo>
                    <a:pt x="1844414" y="110615"/>
                    <a:pt x="1582794" y="147445"/>
                    <a:pt x="1328794" y="232535"/>
                  </a:cubicBezTo>
                  <a:cubicBezTo>
                    <a:pt x="1172584" y="284605"/>
                    <a:pt x="1020184" y="348105"/>
                    <a:pt x="890644" y="453515"/>
                  </a:cubicBezTo>
                  <a:cubicBezTo>
                    <a:pt x="720464" y="590675"/>
                    <a:pt x="579494" y="754505"/>
                    <a:pt x="466464" y="942465"/>
                  </a:cubicBezTo>
                  <a:cubicBezTo>
                    <a:pt x="359784" y="1117725"/>
                    <a:pt x="297554" y="1310765"/>
                    <a:pt x="249294" y="1508885"/>
                  </a:cubicBezTo>
                  <a:cubicBezTo>
                    <a:pt x="150234" y="1911475"/>
                    <a:pt x="126104" y="2321685"/>
                    <a:pt x="145154" y="2734435"/>
                  </a:cubicBezTo>
                  <a:cubicBezTo>
                    <a:pt x="159124" y="3034155"/>
                    <a:pt x="201034" y="3330065"/>
                    <a:pt x="288664" y="3618355"/>
                  </a:cubicBezTo>
                  <a:cubicBezTo>
                    <a:pt x="438524" y="4112385"/>
                    <a:pt x="723004" y="4504815"/>
                    <a:pt x="1171314" y="4770245"/>
                  </a:cubicBezTo>
                  <a:cubicBezTo>
                    <a:pt x="1509134" y="4969635"/>
                    <a:pt x="1877434" y="5076315"/>
                    <a:pt x="2263514" y="5124575"/>
                  </a:cubicBezTo>
                  <a:cubicBezTo>
                    <a:pt x="2696584" y="5177915"/>
                    <a:pt x="3129654" y="5171565"/>
                    <a:pt x="3562724" y="5113145"/>
                  </a:cubicBezTo>
                  <a:cubicBezTo>
                    <a:pt x="3960234" y="5058535"/>
                    <a:pt x="4329804" y="4930265"/>
                    <a:pt x="4660004" y="4700395"/>
                  </a:cubicBezTo>
                  <a:cubicBezTo>
                    <a:pt x="4816214" y="4591175"/>
                    <a:pt x="4964804" y="4474335"/>
                    <a:pt x="5074024" y="4311775"/>
                  </a:cubicBezTo>
                  <a:cubicBezTo>
                    <a:pt x="5234044" y="4071745"/>
                    <a:pt x="5341994" y="3810125"/>
                    <a:pt x="5413114" y="3533265"/>
                  </a:cubicBezTo>
                  <a:cubicBezTo>
                    <a:pt x="5524874" y="3092575"/>
                    <a:pt x="5555354" y="2645535"/>
                    <a:pt x="5518524" y="2193415"/>
                  </a:cubicBezTo>
                  <a:cubicBezTo>
                    <a:pt x="5495664" y="1900045"/>
                    <a:pt x="5442324" y="1613025"/>
                    <a:pt x="5343264" y="1336165"/>
                  </a:cubicBezTo>
                  <a:cubicBezTo>
                    <a:pt x="5203564" y="950085"/>
                    <a:pt x="4962264" y="649095"/>
                    <a:pt x="4601584" y="448435"/>
                  </a:cubicBezTo>
                  <a:cubicBezTo>
                    <a:pt x="4392034" y="331595"/>
                    <a:pt x="4167244" y="254125"/>
                    <a:pt x="3934834" y="200785"/>
                  </a:cubicBezTo>
                  <a:cubicBezTo>
                    <a:pt x="3509384" y="102995"/>
                    <a:pt x="3080124" y="69975"/>
                    <a:pt x="2645784" y="62355"/>
                  </a:cubicBezTo>
                  <a:close/>
                  <a:moveTo>
                    <a:pt x="1948554" y="5148705"/>
                  </a:moveTo>
                  <a:cubicBezTo>
                    <a:pt x="1769484" y="5101715"/>
                    <a:pt x="1592954" y="5050915"/>
                    <a:pt x="1422774" y="4982335"/>
                  </a:cubicBezTo>
                  <a:cubicBezTo>
                    <a:pt x="830954" y="4743575"/>
                    <a:pt x="430904" y="4323205"/>
                    <a:pt x="236594" y="3712335"/>
                  </a:cubicBezTo>
                  <a:cubicBezTo>
                    <a:pt x="156584" y="3462145"/>
                    <a:pt x="115944" y="3203065"/>
                    <a:pt x="88004" y="2942715"/>
                  </a:cubicBezTo>
                  <a:cubicBezTo>
                    <a:pt x="86734" y="2947795"/>
                    <a:pt x="86734" y="2952875"/>
                    <a:pt x="86734" y="2957955"/>
                  </a:cubicBezTo>
                  <a:cubicBezTo>
                    <a:pt x="90544" y="3012565"/>
                    <a:pt x="94354" y="3065905"/>
                    <a:pt x="99434" y="3120515"/>
                  </a:cubicBezTo>
                  <a:cubicBezTo>
                    <a:pt x="129914" y="3424045"/>
                    <a:pt x="189604" y="3721225"/>
                    <a:pt x="308984" y="4004435"/>
                  </a:cubicBezTo>
                  <a:cubicBezTo>
                    <a:pt x="463924" y="4375275"/>
                    <a:pt x="709034" y="4664835"/>
                    <a:pt x="1065904" y="4856605"/>
                  </a:cubicBezTo>
                  <a:cubicBezTo>
                    <a:pt x="1256404" y="4959475"/>
                    <a:pt x="1458334" y="5033135"/>
                    <a:pt x="1669154" y="5085205"/>
                  </a:cubicBezTo>
                  <a:cubicBezTo>
                    <a:pt x="1759324" y="5108065"/>
                    <a:pt x="1854574" y="5127115"/>
                    <a:pt x="1948554" y="5148705"/>
                  </a:cubicBezTo>
                  <a:close/>
                </a:path>
              </a:pathLst>
            </a:custGeom>
            <a:solidFill>
              <a:srgbClr val="DB936E"/>
            </a:solid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2780">
            <a:off x="-1331904" y="-2082196"/>
            <a:ext cx="6049776" cy="6049776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339986" y="548515"/>
              <a:ext cx="5595768" cy="5291238"/>
            </a:xfrm>
            <a:custGeom>
              <a:avLst/>
              <a:gdLst/>
              <a:ahLst/>
              <a:cxnLst/>
              <a:rect l="l" t="t" r="r" b="b"/>
              <a:pathLst>
                <a:path w="5595768" h="5291238">
                  <a:moveTo>
                    <a:pt x="5270874" y="4160645"/>
                  </a:moveTo>
                  <a:cubicBezTo>
                    <a:pt x="5284844" y="4147945"/>
                    <a:pt x="5300084" y="4135245"/>
                    <a:pt x="5314054" y="4122545"/>
                  </a:cubicBezTo>
                  <a:cubicBezTo>
                    <a:pt x="5316594" y="4123815"/>
                    <a:pt x="5317864" y="4126355"/>
                    <a:pt x="5320404" y="4127625"/>
                  </a:cubicBezTo>
                  <a:cubicBezTo>
                    <a:pt x="5317864" y="4133975"/>
                    <a:pt x="5316594" y="4142865"/>
                    <a:pt x="5312784" y="4147945"/>
                  </a:cubicBezTo>
                  <a:cubicBezTo>
                    <a:pt x="5162924" y="4330825"/>
                    <a:pt x="5034654" y="4532755"/>
                    <a:pt x="4858124" y="4692775"/>
                  </a:cubicBezTo>
                  <a:cubicBezTo>
                    <a:pt x="4611744" y="4916295"/>
                    <a:pt x="4323454" y="5061075"/>
                    <a:pt x="4005954" y="5151245"/>
                  </a:cubicBezTo>
                  <a:cubicBezTo>
                    <a:pt x="3670674" y="5246495"/>
                    <a:pt x="3327774" y="5282055"/>
                    <a:pt x="2981064" y="5289675"/>
                  </a:cubicBezTo>
                  <a:cubicBezTo>
                    <a:pt x="2502274" y="5299835"/>
                    <a:pt x="2029834" y="5261735"/>
                    <a:pt x="1565014" y="5138545"/>
                  </a:cubicBezTo>
                  <a:cubicBezTo>
                    <a:pt x="1351654" y="5082665"/>
                    <a:pt x="1145914" y="5005195"/>
                    <a:pt x="952874" y="4895975"/>
                  </a:cubicBezTo>
                  <a:cubicBezTo>
                    <a:pt x="630294" y="4713095"/>
                    <a:pt x="402964" y="4445125"/>
                    <a:pt x="255644" y="4107305"/>
                  </a:cubicBezTo>
                  <a:cubicBezTo>
                    <a:pt x="134994" y="3832985"/>
                    <a:pt x="71494" y="3543425"/>
                    <a:pt x="37204" y="3246245"/>
                  </a:cubicBezTo>
                  <a:cubicBezTo>
                    <a:pt x="-8516" y="2852545"/>
                    <a:pt x="-12326" y="2458845"/>
                    <a:pt x="27044" y="2065145"/>
                  </a:cubicBezTo>
                  <a:cubicBezTo>
                    <a:pt x="71494" y="1624455"/>
                    <a:pt x="206114" y="1214245"/>
                    <a:pt x="425824" y="831975"/>
                  </a:cubicBezTo>
                  <a:cubicBezTo>
                    <a:pt x="564254" y="589405"/>
                    <a:pt x="761104" y="406525"/>
                    <a:pt x="1008754" y="276985"/>
                  </a:cubicBezTo>
                  <a:cubicBezTo>
                    <a:pt x="1178934" y="188085"/>
                    <a:pt x="1347844" y="96645"/>
                    <a:pt x="1535804" y="53465"/>
                  </a:cubicBezTo>
                  <a:cubicBezTo>
                    <a:pt x="1629784" y="31875"/>
                    <a:pt x="1725034" y="19175"/>
                    <a:pt x="1820284" y="3935"/>
                  </a:cubicBezTo>
                  <a:cubicBezTo>
                    <a:pt x="1829174" y="2665"/>
                    <a:pt x="1839334" y="5205"/>
                    <a:pt x="1848224" y="10285"/>
                  </a:cubicBezTo>
                  <a:cubicBezTo>
                    <a:pt x="1742814" y="34415"/>
                    <a:pt x="1637404" y="59815"/>
                    <a:pt x="1531994" y="83945"/>
                  </a:cubicBezTo>
                  <a:cubicBezTo>
                    <a:pt x="1533264" y="87755"/>
                    <a:pt x="1533264" y="91565"/>
                    <a:pt x="1534534" y="95375"/>
                  </a:cubicBezTo>
                  <a:cubicBezTo>
                    <a:pt x="1603114" y="83945"/>
                    <a:pt x="1671694" y="71245"/>
                    <a:pt x="1740274" y="61085"/>
                  </a:cubicBezTo>
                  <a:cubicBezTo>
                    <a:pt x="2130164" y="3935"/>
                    <a:pt x="2521324" y="-8765"/>
                    <a:pt x="2913754" y="5205"/>
                  </a:cubicBezTo>
                  <a:cubicBezTo>
                    <a:pt x="3278244" y="19175"/>
                    <a:pt x="3640194" y="54735"/>
                    <a:pt x="3995794" y="138555"/>
                  </a:cubicBezTo>
                  <a:cubicBezTo>
                    <a:pt x="4272654" y="203325"/>
                    <a:pt x="4535544" y="301115"/>
                    <a:pt x="4774304" y="461135"/>
                  </a:cubicBezTo>
                  <a:cubicBezTo>
                    <a:pt x="5099424" y="678305"/>
                    <a:pt x="5303894" y="983105"/>
                    <a:pt x="5424544" y="1350135"/>
                  </a:cubicBezTo>
                  <a:cubicBezTo>
                    <a:pt x="5522334" y="1646045"/>
                    <a:pt x="5569324" y="1952115"/>
                    <a:pt x="5587104" y="2261995"/>
                  </a:cubicBezTo>
                  <a:cubicBezTo>
                    <a:pt x="5603614" y="2543935"/>
                    <a:pt x="5597264" y="2825875"/>
                    <a:pt x="5561704" y="3107815"/>
                  </a:cubicBezTo>
                  <a:cubicBezTo>
                    <a:pt x="5515984" y="3468495"/>
                    <a:pt x="5433434" y="3819015"/>
                    <a:pt x="5269604" y="4146675"/>
                  </a:cubicBezTo>
                  <a:cubicBezTo>
                    <a:pt x="5268334" y="4150485"/>
                    <a:pt x="5267064" y="4154295"/>
                    <a:pt x="5265794" y="4158105"/>
                  </a:cubicBezTo>
                  <a:cubicBezTo>
                    <a:pt x="5267064" y="4158105"/>
                    <a:pt x="5269604" y="4159375"/>
                    <a:pt x="5270874" y="4160645"/>
                  </a:cubicBezTo>
                  <a:close/>
                  <a:moveTo>
                    <a:pt x="2645784" y="62355"/>
                  </a:moveTo>
                  <a:cubicBezTo>
                    <a:pt x="2466714" y="71245"/>
                    <a:pt x="2287644" y="77595"/>
                    <a:pt x="2109844" y="90295"/>
                  </a:cubicBezTo>
                  <a:cubicBezTo>
                    <a:pt x="1844414" y="110615"/>
                    <a:pt x="1582794" y="147445"/>
                    <a:pt x="1328794" y="232535"/>
                  </a:cubicBezTo>
                  <a:cubicBezTo>
                    <a:pt x="1172584" y="284605"/>
                    <a:pt x="1020184" y="348105"/>
                    <a:pt x="890644" y="453515"/>
                  </a:cubicBezTo>
                  <a:cubicBezTo>
                    <a:pt x="720464" y="590675"/>
                    <a:pt x="579494" y="754505"/>
                    <a:pt x="466464" y="942465"/>
                  </a:cubicBezTo>
                  <a:cubicBezTo>
                    <a:pt x="359784" y="1117725"/>
                    <a:pt x="297554" y="1310765"/>
                    <a:pt x="249294" y="1508885"/>
                  </a:cubicBezTo>
                  <a:cubicBezTo>
                    <a:pt x="150234" y="1911475"/>
                    <a:pt x="126104" y="2321685"/>
                    <a:pt x="145154" y="2734435"/>
                  </a:cubicBezTo>
                  <a:cubicBezTo>
                    <a:pt x="159124" y="3034155"/>
                    <a:pt x="201034" y="3330065"/>
                    <a:pt x="288664" y="3618355"/>
                  </a:cubicBezTo>
                  <a:cubicBezTo>
                    <a:pt x="438524" y="4112385"/>
                    <a:pt x="723004" y="4504815"/>
                    <a:pt x="1171314" y="4770245"/>
                  </a:cubicBezTo>
                  <a:cubicBezTo>
                    <a:pt x="1509134" y="4969635"/>
                    <a:pt x="1877434" y="5076315"/>
                    <a:pt x="2263514" y="5124575"/>
                  </a:cubicBezTo>
                  <a:cubicBezTo>
                    <a:pt x="2696584" y="5177915"/>
                    <a:pt x="3129654" y="5171565"/>
                    <a:pt x="3562724" y="5113145"/>
                  </a:cubicBezTo>
                  <a:cubicBezTo>
                    <a:pt x="3960234" y="5058535"/>
                    <a:pt x="4329804" y="4930265"/>
                    <a:pt x="4660004" y="4700395"/>
                  </a:cubicBezTo>
                  <a:cubicBezTo>
                    <a:pt x="4816214" y="4591175"/>
                    <a:pt x="4964804" y="4474335"/>
                    <a:pt x="5074024" y="4311775"/>
                  </a:cubicBezTo>
                  <a:cubicBezTo>
                    <a:pt x="5234044" y="4071745"/>
                    <a:pt x="5341994" y="3810125"/>
                    <a:pt x="5413114" y="3533265"/>
                  </a:cubicBezTo>
                  <a:cubicBezTo>
                    <a:pt x="5524874" y="3092575"/>
                    <a:pt x="5555354" y="2645535"/>
                    <a:pt x="5518524" y="2193415"/>
                  </a:cubicBezTo>
                  <a:cubicBezTo>
                    <a:pt x="5495664" y="1900045"/>
                    <a:pt x="5442324" y="1613025"/>
                    <a:pt x="5343264" y="1336165"/>
                  </a:cubicBezTo>
                  <a:cubicBezTo>
                    <a:pt x="5203564" y="950085"/>
                    <a:pt x="4962264" y="649095"/>
                    <a:pt x="4601584" y="448435"/>
                  </a:cubicBezTo>
                  <a:cubicBezTo>
                    <a:pt x="4392034" y="331595"/>
                    <a:pt x="4167244" y="254125"/>
                    <a:pt x="3934834" y="200785"/>
                  </a:cubicBezTo>
                  <a:cubicBezTo>
                    <a:pt x="3509384" y="102995"/>
                    <a:pt x="3080124" y="69975"/>
                    <a:pt x="2645784" y="62355"/>
                  </a:cubicBezTo>
                  <a:close/>
                  <a:moveTo>
                    <a:pt x="1948554" y="5148705"/>
                  </a:moveTo>
                  <a:cubicBezTo>
                    <a:pt x="1769484" y="5101715"/>
                    <a:pt x="1592954" y="5050915"/>
                    <a:pt x="1422774" y="4982335"/>
                  </a:cubicBezTo>
                  <a:cubicBezTo>
                    <a:pt x="830954" y="4743575"/>
                    <a:pt x="430904" y="4323205"/>
                    <a:pt x="236594" y="3712335"/>
                  </a:cubicBezTo>
                  <a:cubicBezTo>
                    <a:pt x="156584" y="3462145"/>
                    <a:pt x="115944" y="3203065"/>
                    <a:pt x="88004" y="2942715"/>
                  </a:cubicBezTo>
                  <a:cubicBezTo>
                    <a:pt x="86734" y="2947795"/>
                    <a:pt x="86734" y="2952875"/>
                    <a:pt x="86734" y="2957955"/>
                  </a:cubicBezTo>
                  <a:cubicBezTo>
                    <a:pt x="90544" y="3012565"/>
                    <a:pt x="94354" y="3065905"/>
                    <a:pt x="99434" y="3120515"/>
                  </a:cubicBezTo>
                  <a:cubicBezTo>
                    <a:pt x="129914" y="3424045"/>
                    <a:pt x="189604" y="3721225"/>
                    <a:pt x="308984" y="4004435"/>
                  </a:cubicBezTo>
                  <a:cubicBezTo>
                    <a:pt x="463924" y="4375275"/>
                    <a:pt x="709034" y="4664835"/>
                    <a:pt x="1065904" y="4856605"/>
                  </a:cubicBezTo>
                  <a:cubicBezTo>
                    <a:pt x="1256404" y="4959475"/>
                    <a:pt x="1458334" y="5033135"/>
                    <a:pt x="1669154" y="5085205"/>
                  </a:cubicBezTo>
                  <a:cubicBezTo>
                    <a:pt x="1759324" y="5108065"/>
                    <a:pt x="1854574" y="5127115"/>
                    <a:pt x="1948554" y="5148705"/>
                  </a:cubicBezTo>
                  <a:close/>
                </a:path>
              </a:pathLst>
            </a:custGeom>
            <a:solidFill>
              <a:srgbClr val="C2738D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644801" y="950439"/>
            <a:ext cx="10998397" cy="1330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01"/>
              </a:lnSpc>
              <a:spcBef>
                <a:spcPct val="0"/>
              </a:spcBef>
            </a:pPr>
            <a:r>
              <a:rPr lang="en-US" sz="10001" spc="-400">
                <a:solidFill>
                  <a:srgbClr val="025A40"/>
                </a:solidFill>
                <a:latin typeface="Kalam"/>
                <a:ea typeface="Kalam"/>
                <a:cs typeface="Kalam"/>
                <a:sym typeface="Kalam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06943" y="2888932"/>
            <a:ext cx="9012915" cy="444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rPr>
              <a:t>AirAware simplifies air quality monitoring by converting complex pollution data into easy-to-read visual insights.</a:t>
            </a:r>
          </a:p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25A40"/>
                </a:solidFill>
                <a:latin typeface="Nunito"/>
                <a:ea typeface="Nunito"/>
                <a:cs typeface="Nunito"/>
                <a:sym typeface="Nunito"/>
              </a:rPr>
              <a:t> The project promotes awareness, supports healthier decision-making, and lays the foundation for future real-time air quality prediction systems.</a:t>
            </a:r>
          </a:p>
        </p:txBody>
      </p:sp>
      <p:grpSp>
        <p:nvGrpSpPr>
          <p:cNvPr id="6" name="Group 6"/>
          <p:cNvGrpSpPr/>
          <p:nvPr/>
        </p:nvGrpSpPr>
        <p:grpSpPr>
          <a:xfrm rot="-102780">
            <a:off x="-3630629" y="1597608"/>
            <a:ext cx="5246370" cy="5246370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339986" y="548515"/>
              <a:ext cx="5595768" cy="5291238"/>
            </a:xfrm>
            <a:custGeom>
              <a:avLst/>
              <a:gdLst/>
              <a:ahLst/>
              <a:cxnLst/>
              <a:rect l="l" t="t" r="r" b="b"/>
              <a:pathLst>
                <a:path w="5595768" h="5291238">
                  <a:moveTo>
                    <a:pt x="5270874" y="4160645"/>
                  </a:moveTo>
                  <a:cubicBezTo>
                    <a:pt x="5284844" y="4147945"/>
                    <a:pt x="5300084" y="4135245"/>
                    <a:pt x="5314054" y="4122545"/>
                  </a:cubicBezTo>
                  <a:cubicBezTo>
                    <a:pt x="5316594" y="4123815"/>
                    <a:pt x="5317864" y="4126355"/>
                    <a:pt x="5320404" y="4127625"/>
                  </a:cubicBezTo>
                  <a:cubicBezTo>
                    <a:pt x="5317864" y="4133975"/>
                    <a:pt x="5316594" y="4142865"/>
                    <a:pt x="5312784" y="4147945"/>
                  </a:cubicBezTo>
                  <a:cubicBezTo>
                    <a:pt x="5162924" y="4330825"/>
                    <a:pt x="5034654" y="4532755"/>
                    <a:pt x="4858124" y="4692775"/>
                  </a:cubicBezTo>
                  <a:cubicBezTo>
                    <a:pt x="4611744" y="4916295"/>
                    <a:pt x="4323454" y="5061075"/>
                    <a:pt x="4005954" y="5151245"/>
                  </a:cubicBezTo>
                  <a:cubicBezTo>
                    <a:pt x="3670674" y="5246495"/>
                    <a:pt x="3327774" y="5282055"/>
                    <a:pt x="2981064" y="5289675"/>
                  </a:cubicBezTo>
                  <a:cubicBezTo>
                    <a:pt x="2502274" y="5299835"/>
                    <a:pt x="2029834" y="5261735"/>
                    <a:pt x="1565014" y="5138545"/>
                  </a:cubicBezTo>
                  <a:cubicBezTo>
                    <a:pt x="1351654" y="5082665"/>
                    <a:pt x="1145914" y="5005195"/>
                    <a:pt x="952874" y="4895975"/>
                  </a:cubicBezTo>
                  <a:cubicBezTo>
                    <a:pt x="630294" y="4713095"/>
                    <a:pt x="402964" y="4445125"/>
                    <a:pt x="255644" y="4107305"/>
                  </a:cubicBezTo>
                  <a:cubicBezTo>
                    <a:pt x="134994" y="3832985"/>
                    <a:pt x="71494" y="3543425"/>
                    <a:pt x="37204" y="3246245"/>
                  </a:cubicBezTo>
                  <a:cubicBezTo>
                    <a:pt x="-8516" y="2852545"/>
                    <a:pt x="-12326" y="2458845"/>
                    <a:pt x="27044" y="2065145"/>
                  </a:cubicBezTo>
                  <a:cubicBezTo>
                    <a:pt x="71494" y="1624455"/>
                    <a:pt x="206114" y="1214245"/>
                    <a:pt x="425824" y="831975"/>
                  </a:cubicBezTo>
                  <a:cubicBezTo>
                    <a:pt x="564254" y="589405"/>
                    <a:pt x="761104" y="406525"/>
                    <a:pt x="1008754" y="276985"/>
                  </a:cubicBezTo>
                  <a:cubicBezTo>
                    <a:pt x="1178934" y="188085"/>
                    <a:pt x="1347844" y="96645"/>
                    <a:pt x="1535804" y="53465"/>
                  </a:cubicBezTo>
                  <a:cubicBezTo>
                    <a:pt x="1629784" y="31875"/>
                    <a:pt x="1725034" y="19175"/>
                    <a:pt x="1820284" y="3935"/>
                  </a:cubicBezTo>
                  <a:cubicBezTo>
                    <a:pt x="1829174" y="2665"/>
                    <a:pt x="1839334" y="5205"/>
                    <a:pt x="1848224" y="10285"/>
                  </a:cubicBezTo>
                  <a:cubicBezTo>
                    <a:pt x="1742814" y="34415"/>
                    <a:pt x="1637404" y="59815"/>
                    <a:pt x="1531994" y="83945"/>
                  </a:cubicBezTo>
                  <a:cubicBezTo>
                    <a:pt x="1533264" y="87755"/>
                    <a:pt x="1533264" y="91565"/>
                    <a:pt x="1534534" y="95375"/>
                  </a:cubicBezTo>
                  <a:cubicBezTo>
                    <a:pt x="1603114" y="83945"/>
                    <a:pt x="1671694" y="71245"/>
                    <a:pt x="1740274" y="61085"/>
                  </a:cubicBezTo>
                  <a:cubicBezTo>
                    <a:pt x="2130164" y="3935"/>
                    <a:pt x="2521324" y="-8765"/>
                    <a:pt x="2913754" y="5205"/>
                  </a:cubicBezTo>
                  <a:cubicBezTo>
                    <a:pt x="3278244" y="19175"/>
                    <a:pt x="3640194" y="54735"/>
                    <a:pt x="3995794" y="138555"/>
                  </a:cubicBezTo>
                  <a:cubicBezTo>
                    <a:pt x="4272654" y="203325"/>
                    <a:pt x="4535544" y="301115"/>
                    <a:pt x="4774304" y="461135"/>
                  </a:cubicBezTo>
                  <a:cubicBezTo>
                    <a:pt x="5099424" y="678305"/>
                    <a:pt x="5303894" y="983105"/>
                    <a:pt x="5424544" y="1350135"/>
                  </a:cubicBezTo>
                  <a:cubicBezTo>
                    <a:pt x="5522334" y="1646045"/>
                    <a:pt x="5569324" y="1952115"/>
                    <a:pt x="5587104" y="2261995"/>
                  </a:cubicBezTo>
                  <a:cubicBezTo>
                    <a:pt x="5603614" y="2543935"/>
                    <a:pt x="5597264" y="2825875"/>
                    <a:pt x="5561704" y="3107815"/>
                  </a:cubicBezTo>
                  <a:cubicBezTo>
                    <a:pt x="5515984" y="3468495"/>
                    <a:pt x="5433434" y="3819015"/>
                    <a:pt x="5269604" y="4146675"/>
                  </a:cubicBezTo>
                  <a:cubicBezTo>
                    <a:pt x="5268334" y="4150485"/>
                    <a:pt x="5267064" y="4154295"/>
                    <a:pt x="5265794" y="4158105"/>
                  </a:cubicBezTo>
                  <a:cubicBezTo>
                    <a:pt x="5267064" y="4158105"/>
                    <a:pt x="5269604" y="4159375"/>
                    <a:pt x="5270874" y="4160645"/>
                  </a:cubicBezTo>
                  <a:close/>
                  <a:moveTo>
                    <a:pt x="2645784" y="62355"/>
                  </a:moveTo>
                  <a:cubicBezTo>
                    <a:pt x="2466714" y="71245"/>
                    <a:pt x="2287644" y="77595"/>
                    <a:pt x="2109844" y="90295"/>
                  </a:cubicBezTo>
                  <a:cubicBezTo>
                    <a:pt x="1844414" y="110615"/>
                    <a:pt x="1582794" y="147445"/>
                    <a:pt x="1328794" y="232535"/>
                  </a:cubicBezTo>
                  <a:cubicBezTo>
                    <a:pt x="1172584" y="284605"/>
                    <a:pt x="1020184" y="348105"/>
                    <a:pt x="890644" y="453515"/>
                  </a:cubicBezTo>
                  <a:cubicBezTo>
                    <a:pt x="720464" y="590675"/>
                    <a:pt x="579494" y="754505"/>
                    <a:pt x="466464" y="942465"/>
                  </a:cubicBezTo>
                  <a:cubicBezTo>
                    <a:pt x="359784" y="1117725"/>
                    <a:pt x="297554" y="1310765"/>
                    <a:pt x="249294" y="1508885"/>
                  </a:cubicBezTo>
                  <a:cubicBezTo>
                    <a:pt x="150234" y="1911475"/>
                    <a:pt x="126104" y="2321685"/>
                    <a:pt x="145154" y="2734435"/>
                  </a:cubicBezTo>
                  <a:cubicBezTo>
                    <a:pt x="159124" y="3034155"/>
                    <a:pt x="201034" y="3330065"/>
                    <a:pt x="288664" y="3618355"/>
                  </a:cubicBezTo>
                  <a:cubicBezTo>
                    <a:pt x="438524" y="4112385"/>
                    <a:pt x="723004" y="4504815"/>
                    <a:pt x="1171314" y="4770245"/>
                  </a:cubicBezTo>
                  <a:cubicBezTo>
                    <a:pt x="1509134" y="4969635"/>
                    <a:pt x="1877434" y="5076315"/>
                    <a:pt x="2263514" y="5124575"/>
                  </a:cubicBezTo>
                  <a:cubicBezTo>
                    <a:pt x="2696584" y="5177915"/>
                    <a:pt x="3129654" y="5171565"/>
                    <a:pt x="3562724" y="5113145"/>
                  </a:cubicBezTo>
                  <a:cubicBezTo>
                    <a:pt x="3960234" y="5058535"/>
                    <a:pt x="4329804" y="4930265"/>
                    <a:pt x="4660004" y="4700395"/>
                  </a:cubicBezTo>
                  <a:cubicBezTo>
                    <a:pt x="4816214" y="4591175"/>
                    <a:pt x="4964804" y="4474335"/>
                    <a:pt x="5074024" y="4311775"/>
                  </a:cubicBezTo>
                  <a:cubicBezTo>
                    <a:pt x="5234044" y="4071745"/>
                    <a:pt x="5341994" y="3810125"/>
                    <a:pt x="5413114" y="3533265"/>
                  </a:cubicBezTo>
                  <a:cubicBezTo>
                    <a:pt x="5524874" y="3092575"/>
                    <a:pt x="5555354" y="2645535"/>
                    <a:pt x="5518524" y="2193415"/>
                  </a:cubicBezTo>
                  <a:cubicBezTo>
                    <a:pt x="5495664" y="1900045"/>
                    <a:pt x="5442324" y="1613025"/>
                    <a:pt x="5343264" y="1336165"/>
                  </a:cubicBezTo>
                  <a:cubicBezTo>
                    <a:pt x="5203564" y="950085"/>
                    <a:pt x="4962264" y="649095"/>
                    <a:pt x="4601584" y="448435"/>
                  </a:cubicBezTo>
                  <a:cubicBezTo>
                    <a:pt x="4392034" y="331595"/>
                    <a:pt x="4167244" y="254125"/>
                    <a:pt x="3934834" y="200785"/>
                  </a:cubicBezTo>
                  <a:cubicBezTo>
                    <a:pt x="3509384" y="102995"/>
                    <a:pt x="3080124" y="69975"/>
                    <a:pt x="2645784" y="62355"/>
                  </a:cubicBezTo>
                  <a:close/>
                  <a:moveTo>
                    <a:pt x="1948554" y="5148705"/>
                  </a:moveTo>
                  <a:cubicBezTo>
                    <a:pt x="1769484" y="5101715"/>
                    <a:pt x="1592954" y="5050915"/>
                    <a:pt x="1422774" y="4982335"/>
                  </a:cubicBezTo>
                  <a:cubicBezTo>
                    <a:pt x="830954" y="4743575"/>
                    <a:pt x="430904" y="4323205"/>
                    <a:pt x="236594" y="3712335"/>
                  </a:cubicBezTo>
                  <a:cubicBezTo>
                    <a:pt x="156584" y="3462145"/>
                    <a:pt x="115944" y="3203065"/>
                    <a:pt x="88004" y="2942715"/>
                  </a:cubicBezTo>
                  <a:cubicBezTo>
                    <a:pt x="86734" y="2947795"/>
                    <a:pt x="86734" y="2952875"/>
                    <a:pt x="86734" y="2957955"/>
                  </a:cubicBezTo>
                  <a:cubicBezTo>
                    <a:pt x="90544" y="3012565"/>
                    <a:pt x="94354" y="3065905"/>
                    <a:pt x="99434" y="3120515"/>
                  </a:cubicBezTo>
                  <a:cubicBezTo>
                    <a:pt x="129914" y="3424045"/>
                    <a:pt x="189604" y="3721225"/>
                    <a:pt x="308984" y="4004435"/>
                  </a:cubicBezTo>
                  <a:cubicBezTo>
                    <a:pt x="463924" y="4375275"/>
                    <a:pt x="709034" y="4664835"/>
                    <a:pt x="1065904" y="4856605"/>
                  </a:cubicBezTo>
                  <a:cubicBezTo>
                    <a:pt x="1256404" y="4959475"/>
                    <a:pt x="1458334" y="5033135"/>
                    <a:pt x="1669154" y="5085205"/>
                  </a:cubicBezTo>
                  <a:cubicBezTo>
                    <a:pt x="1759324" y="5108065"/>
                    <a:pt x="1854574" y="5127115"/>
                    <a:pt x="1948554" y="5148705"/>
                  </a:cubicBezTo>
                  <a:close/>
                </a:path>
              </a:pathLst>
            </a:custGeom>
            <a:solidFill>
              <a:srgbClr val="DB936E"/>
            </a:solidFill>
          </p:spPr>
        </p:sp>
      </p:grpSp>
      <p:grpSp>
        <p:nvGrpSpPr>
          <p:cNvPr id="8" name="Group 8"/>
          <p:cNvGrpSpPr/>
          <p:nvPr/>
        </p:nvGrpSpPr>
        <p:grpSpPr>
          <a:xfrm rot="1980285">
            <a:off x="14377100" y="3655283"/>
            <a:ext cx="5764400" cy="5764400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339986" y="548515"/>
              <a:ext cx="5595768" cy="5291238"/>
            </a:xfrm>
            <a:custGeom>
              <a:avLst/>
              <a:gdLst/>
              <a:ahLst/>
              <a:cxnLst/>
              <a:rect l="l" t="t" r="r" b="b"/>
              <a:pathLst>
                <a:path w="5595768" h="5291238">
                  <a:moveTo>
                    <a:pt x="5270874" y="4160645"/>
                  </a:moveTo>
                  <a:cubicBezTo>
                    <a:pt x="5284844" y="4147945"/>
                    <a:pt x="5300084" y="4135245"/>
                    <a:pt x="5314054" y="4122545"/>
                  </a:cubicBezTo>
                  <a:cubicBezTo>
                    <a:pt x="5316594" y="4123815"/>
                    <a:pt x="5317864" y="4126355"/>
                    <a:pt x="5320404" y="4127625"/>
                  </a:cubicBezTo>
                  <a:cubicBezTo>
                    <a:pt x="5317864" y="4133975"/>
                    <a:pt x="5316594" y="4142865"/>
                    <a:pt x="5312784" y="4147945"/>
                  </a:cubicBezTo>
                  <a:cubicBezTo>
                    <a:pt x="5162924" y="4330825"/>
                    <a:pt x="5034654" y="4532755"/>
                    <a:pt x="4858124" y="4692775"/>
                  </a:cubicBezTo>
                  <a:cubicBezTo>
                    <a:pt x="4611744" y="4916295"/>
                    <a:pt x="4323454" y="5061075"/>
                    <a:pt x="4005954" y="5151245"/>
                  </a:cubicBezTo>
                  <a:cubicBezTo>
                    <a:pt x="3670674" y="5246495"/>
                    <a:pt x="3327774" y="5282055"/>
                    <a:pt x="2981064" y="5289675"/>
                  </a:cubicBezTo>
                  <a:cubicBezTo>
                    <a:pt x="2502274" y="5299835"/>
                    <a:pt x="2029834" y="5261735"/>
                    <a:pt x="1565014" y="5138545"/>
                  </a:cubicBezTo>
                  <a:cubicBezTo>
                    <a:pt x="1351654" y="5082665"/>
                    <a:pt x="1145914" y="5005195"/>
                    <a:pt x="952874" y="4895975"/>
                  </a:cubicBezTo>
                  <a:cubicBezTo>
                    <a:pt x="630294" y="4713095"/>
                    <a:pt x="402964" y="4445125"/>
                    <a:pt x="255644" y="4107305"/>
                  </a:cubicBezTo>
                  <a:cubicBezTo>
                    <a:pt x="134994" y="3832985"/>
                    <a:pt x="71494" y="3543425"/>
                    <a:pt x="37204" y="3246245"/>
                  </a:cubicBezTo>
                  <a:cubicBezTo>
                    <a:pt x="-8516" y="2852545"/>
                    <a:pt x="-12326" y="2458845"/>
                    <a:pt x="27044" y="2065145"/>
                  </a:cubicBezTo>
                  <a:cubicBezTo>
                    <a:pt x="71494" y="1624455"/>
                    <a:pt x="206114" y="1214245"/>
                    <a:pt x="425824" y="831975"/>
                  </a:cubicBezTo>
                  <a:cubicBezTo>
                    <a:pt x="564254" y="589405"/>
                    <a:pt x="761104" y="406525"/>
                    <a:pt x="1008754" y="276985"/>
                  </a:cubicBezTo>
                  <a:cubicBezTo>
                    <a:pt x="1178934" y="188085"/>
                    <a:pt x="1347844" y="96645"/>
                    <a:pt x="1535804" y="53465"/>
                  </a:cubicBezTo>
                  <a:cubicBezTo>
                    <a:pt x="1629784" y="31875"/>
                    <a:pt x="1725034" y="19175"/>
                    <a:pt x="1820284" y="3935"/>
                  </a:cubicBezTo>
                  <a:cubicBezTo>
                    <a:pt x="1829174" y="2665"/>
                    <a:pt x="1839334" y="5205"/>
                    <a:pt x="1848224" y="10285"/>
                  </a:cubicBezTo>
                  <a:cubicBezTo>
                    <a:pt x="1742814" y="34415"/>
                    <a:pt x="1637404" y="59815"/>
                    <a:pt x="1531994" y="83945"/>
                  </a:cubicBezTo>
                  <a:cubicBezTo>
                    <a:pt x="1533264" y="87755"/>
                    <a:pt x="1533264" y="91565"/>
                    <a:pt x="1534534" y="95375"/>
                  </a:cubicBezTo>
                  <a:cubicBezTo>
                    <a:pt x="1603114" y="83945"/>
                    <a:pt x="1671694" y="71245"/>
                    <a:pt x="1740274" y="61085"/>
                  </a:cubicBezTo>
                  <a:cubicBezTo>
                    <a:pt x="2130164" y="3935"/>
                    <a:pt x="2521324" y="-8765"/>
                    <a:pt x="2913754" y="5205"/>
                  </a:cubicBezTo>
                  <a:cubicBezTo>
                    <a:pt x="3278244" y="19175"/>
                    <a:pt x="3640194" y="54735"/>
                    <a:pt x="3995794" y="138555"/>
                  </a:cubicBezTo>
                  <a:cubicBezTo>
                    <a:pt x="4272654" y="203325"/>
                    <a:pt x="4535544" y="301115"/>
                    <a:pt x="4774304" y="461135"/>
                  </a:cubicBezTo>
                  <a:cubicBezTo>
                    <a:pt x="5099424" y="678305"/>
                    <a:pt x="5303894" y="983105"/>
                    <a:pt x="5424544" y="1350135"/>
                  </a:cubicBezTo>
                  <a:cubicBezTo>
                    <a:pt x="5522334" y="1646045"/>
                    <a:pt x="5569324" y="1952115"/>
                    <a:pt x="5587104" y="2261995"/>
                  </a:cubicBezTo>
                  <a:cubicBezTo>
                    <a:pt x="5603614" y="2543935"/>
                    <a:pt x="5597264" y="2825875"/>
                    <a:pt x="5561704" y="3107815"/>
                  </a:cubicBezTo>
                  <a:cubicBezTo>
                    <a:pt x="5515984" y="3468495"/>
                    <a:pt x="5433434" y="3819015"/>
                    <a:pt x="5269604" y="4146675"/>
                  </a:cubicBezTo>
                  <a:cubicBezTo>
                    <a:pt x="5268334" y="4150485"/>
                    <a:pt x="5267064" y="4154295"/>
                    <a:pt x="5265794" y="4158105"/>
                  </a:cubicBezTo>
                  <a:cubicBezTo>
                    <a:pt x="5267064" y="4158105"/>
                    <a:pt x="5269604" y="4159375"/>
                    <a:pt x="5270874" y="4160645"/>
                  </a:cubicBezTo>
                  <a:close/>
                  <a:moveTo>
                    <a:pt x="2645784" y="62355"/>
                  </a:moveTo>
                  <a:cubicBezTo>
                    <a:pt x="2466714" y="71245"/>
                    <a:pt x="2287644" y="77595"/>
                    <a:pt x="2109844" y="90295"/>
                  </a:cubicBezTo>
                  <a:cubicBezTo>
                    <a:pt x="1844414" y="110615"/>
                    <a:pt x="1582794" y="147445"/>
                    <a:pt x="1328794" y="232535"/>
                  </a:cubicBezTo>
                  <a:cubicBezTo>
                    <a:pt x="1172584" y="284605"/>
                    <a:pt x="1020184" y="348105"/>
                    <a:pt x="890644" y="453515"/>
                  </a:cubicBezTo>
                  <a:cubicBezTo>
                    <a:pt x="720464" y="590675"/>
                    <a:pt x="579494" y="754505"/>
                    <a:pt x="466464" y="942465"/>
                  </a:cubicBezTo>
                  <a:cubicBezTo>
                    <a:pt x="359784" y="1117725"/>
                    <a:pt x="297554" y="1310765"/>
                    <a:pt x="249294" y="1508885"/>
                  </a:cubicBezTo>
                  <a:cubicBezTo>
                    <a:pt x="150234" y="1911475"/>
                    <a:pt x="126104" y="2321685"/>
                    <a:pt x="145154" y="2734435"/>
                  </a:cubicBezTo>
                  <a:cubicBezTo>
                    <a:pt x="159124" y="3034155"/>
                    <a:pt x="201034" y="3330065"/>
                    <a:pt x="288664" y="3618355"/>
                  </a:cubicBezTo>
                  <a:cubicBezTo>
                    <a:pt x="438524" y="4112385"/>
                    <a:pt x="723004" y="4504815"/>
                    <a:pt x="1171314" y="4770245"/>
                  </a:cubicBezTo>
                  <a:cubicBezTo>
                    <a:pt x="1509134" y="4969635"/>
                    <a:pt x="1877434" y="5076315"/>
                    <a:pt x="2263514" y="5124575"/>
                  </a:cubicBezTo>
                  <a:cubicBezTo>
                    <a:pt x="2696584" y="5177915"/>
                    <a:pt x="3129654" y="5171565"/>
                    <a:pt x="3562724" y="5113145"/>
                  </a:cubicBezTo>
                  <a:cubicBezTo>
                    <a:pt x="3960234" y="5058535"/>
                    <a:pt x="4329804" y="4930265"/>
                    <a:pt x="4660004" y="4700395"/>
                  </a:cubicBezTo>
                  <a:cubicBezTo>
                    <a:pt x="4816214" y="4591175"/>
                    <a:pt x="4964804" y="4474335"/>
                    <a:pt x="5074024" y="4311775"/>
                  </a:cubicBezTo>
                  <a:cubicBezTo>
                    <a:pt x="5234044" y="4071745"/>
                    <a:pt x="5341994" y="3810125"/>
                    <a:pt x="5413114" y="3533265"/>
                  </a:cubicBezTo>
                  <a:cubicBezTo>
                    <a:pt x="5524874" y="3092575"/>
                    <a:pt x="5555354" y="2645535"/>
                    <a:pt x="5518524" y="2193415"/>
                  </a:cubicBezTo>
                  <a:cubicBezTo>
                    <a:pt x="5495664" y="1900045"/>
                    <a:pt x="5442324" y="1613025"/>
                    <a:pt x="5343264" y="1336165"/>
                  </a:cubicBezTo>
                  <a:cubicBezTo>
                    <a:pt x="5203564" y="950085"/>
                    <a:pt x="4962264" y="649095"/>
                    <a:pt x="4601584" y="448435"/>
                  </a:cubicBezTo>
                  <a:cubicBezTo>
                    <a:pt x="4392034" y="331595"/>
                    <a:pt x="4167244" y="254125"/>
                    <a:pt x="3934834" y="200785"/>
                  </a:cubicBezTo>
                  <a:cubicBezTo>
                    <a:pt x="3509384" y="102995"/>
                    <a:pt x="3080124" y="69975"/>
                    <a:pt x="2645784" y="62355"/>
                  </a:cubicBezTo>
                  <a:close/>
                  <a:moveTo>
                    <a:pt x="1948554" y="5148705"/>
                  </a:moveTo>
                  <a:cubicBezTo>
                    <a:pt x="1769484" y="5101715"/>
                    <a:pt x="1592954" y="5050915"/>
                    <a:pt x="1422774" y="4982335"/>
                  </a:cubicBezTo>
                  <a:cubicBezTo>
                    <a:pt x="830954" y="4743575"/>
                    <a:pt x="430904" y="4323205"/>
                    <a:pt x="236594" y="3712335"/>
                  </a:cubicBezTo>
                  <a:cubicBezTo>
                    <a:pt x="156584" y="3462145"/>
                    <a:pt x="115944" y="3203065"/>
                    <a:pt x="88004" y="2942715"/>
                  </a:cubicBezTo>
                  <a:cubicBezTo>
                    <a:pt x="86734" y="2947795"/>
                    <a:pt x="86734" y="2952875"/>
                    <a:pt x="86734" y="2957955"/>
                  </a:cubicBezTo>
                  <a:cubicBezTo>
                    <a:pt x="90544" y="3012565"/>
                    <a:pt x="94354" y="3065905"/>
                    <a:pt x="99434" y="3120515"/>
                  </a:cubicBezTo>
                  <a:cubicBezTo>
                    <a:pt x="129914" y="3424045"/>
                    <a:pt x="189604" y="3721225"/>
                    <a:pt x="308984" y="4004435"/>
                  </a:cubicBezTo>
                  <a:cubicBezTo>
                    <a:pt x="463924" y="4375275"/>
                    <a:pt x="709034" y="4664835"/>
                    <a:pt x="1065904" y="4856605"/>
                  </a:cubicBezTo>
                  <a:cubicBezTo>
                    <a:pt x="1256404" y="4959475"/>
                    <a:pt x="1458334" y="5033135"/>
                    <a:pt x="1669154" y="5085205"/>
                  </a:cubicBezTo>
                  <a:cubicBezTo>
                    <a:pt x="1759324" y="5108065"/>
                    <a:pt x="1854574" y="5127115"/>
                    <a:pt x="1948554" y="5148705"/>
                  </a:cubicBezTo>
                  <a:close/>
                </a:path>
              </a:pathLst>
            </a:custGeom>
            <a:solidFill>
              <a:srgbClr val="C2738D"/>
            </a:solidFill>
          </p:spPr>
        </p:sp>
      </p:grpSp>
      <p:grpSp>
        <p:nvGrpSpPr>
          <p:cNvPr id="10" name="Group 10"/>
          <p:cNvGrpSpPr/>
          <p:nvPr/>
        </p:nvGrpSpPr>
        <p:grpSpPr>
          <a:xfrm rot="-8331318">
            <a:off x="15629643" y="1304519"/>
            <a:ext cx="4659205" cy="4659205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339986" y="548515"/>
              <a:ext cx="5595768" cy="5291238"/>
            </a:xfrm>
            <a:custGeom>
              <a:avLst/>
              <a:gdLst/>
              <a:ahLst/>
              <a:cxnLst/>
              <a:rect l="l" t="t" r="r" b="b"/>
              <a:pathLst>
                <a:path w="5595768" h="5291238">
                  <a:moveTo>
                    <a:pt x="5270874" y="4160645"/>
                  </a:moveTo>
                  <a:cubicBezTo>
                    <a:pt x="5284844" y="4147945"/>
                    <a:pt x="5300084" y="4135245"/>
                    <a:pt x="5314054" y="4122545"/>
                  </a:cubicBezTo>
                  <a:cubicBezTo>
                    <a:pt x="5316594" y="4123815"/>
                    <a:pt x="5317864" y="4126355"/>
                    <a:pt x="5320404" y="4127625"/>
                  </a:cubicBezTo>
                  <a:cubicBezTo>
                    <a:pt x="5317864" y="4133975"/>
                    <a:pt x="5316594" y="4142865"/>
                    <a:pt x="5312784" y="4147945"/>
                  </a:cubicBezTo>
                  <a:cubicBezTo>
                    <a:pt x="5162924" y="4330825"/>
                    <a:pt x="5034654" y="4532755"/>
                    <a:pt x="4858124" y="4692775"/>
                  </a:cubicBezTo>
                  <a:cubicBezTo>
                    <a:pt x="4611744" y="4916295"/>
                    <a:pt x="4323454" y="5061075"/>
                    <a:pt x="4005954" y="5151245"/>
                  </a:cubicBezTo>
                  <a:cubicBezTo>
                    <a:pt x="3670674" y="5246495"/>
                    <a:pt x="3327774" y="5282055"/>
                    <a:pt x="2981064" y="5289675"/>
                  </a:cubicBezTo>
                  <a:cubicBezTo>
                    <a:pt x="2502274" y="5299835"/>
                    <a:pt x="2029834" y="5261735"/>
                    <a:pt x="1565014" y="5138545"/>
                  </a:cubicBezTo>
                  <a:cubicBezTo>
                    <a:pt x="1351654" y="5082665"/>
                    <a:pt x="1145914" y="5005195"/>
                    <a:pt x="952874" y="4895975"/>
                  </a:cubicBezTo>
                  <a:cubicBezTo>
                    <a:pt x="630294" y="4713095"/>
                    <a:pt x="402964" y="4445125"/>
                    <a:pt x="255644" y="4107305"/>
                  </a:cubicBezTo>
                  <a:cubicBezTo>
                    <a:pt x="134994" y="3832985"/>
                    <a:pt x="71494" y="3543425"/>
                    <a:pt x="37204" y="3246245"/>
                  </a:cubicBezTo>
                  <a:cubicBezTo>
                    <a:pt x="-8516" y="2852545"/>
                    <a:pt x="-12326" y="2458845"/>
                    <a:pt x="27044" y="2065145"/>
                  </a:cubicBezTo>
                  <a:cubicBezTo>
                    <a:pt x="71494" y="1624455"/>
                    <a:pt x="206114" y="1214245"/>
                    <a:pt x="425824" y="831975"/>
                  </a:cubicBezTo>
                  <a:cubicBezTo>
                    <a:pt x="564254" y="589405"/>
                    <a:pt x="761104" y="406525"/>
                    <a:pt x="1008754" y="276985"/>
                  </a:cubicBezTo>
                  <a:cubicBezTo>
                    <a:pt x="1178934" y="188085"/>
                    <a:pt x="1347844" y="96645"/>
                    <a:pt x="1535804" y="53465"/>
                  </a:cubicBezTo>
                  <a:cubicBezTo>
                    <a:pt x="1629784" y="31875"/>
                    <a:pt x="1725034" y="19175"/>
                    <a:pt x="1820284" y="3935"/>
                  </a:cubicBezTo>
                  <a:cubicBezTo>
                    <a:pt x="1829174" y="2665"/>
                    <a:pt x="1839334" y="5205"/>
                    <a:pt x="1848224" y="10285"/>
                  </a:cubicBezTo>
                  <a:cubicBezTo>
                    <a:pt x="1742814" y="34415"/>
                    <a:pt x="1637404" y="59815"/>
                    <a:pt x="1531994" y="83945"/>
                  </a:cubicBezTo>
                  <a:cubicBezTo>
                    <a:pt x="1533264" y="87755"/>
                    <a:pt x="1533264" y="91565"/>
                    <a:pt x="1534534" y="95375"/>
                  </a:cubicBezTo>
                  <a:cubicBezTo>
                    <a:pt x="1603114" y="83945"/>
                    <a:pt x="1671694" y="71245"/>
                    <a:pt x="1740274" y="61085"/>
                  </a:cubicBezTo>
                  <a:cubicBezTo>
                    <a:pt x="2130164" y="3935"/>
                    <a:pt x="2521324" y="-8765"/>
                    <a:pt x="2913754" y="5205"/>
                  </a:cubicBezTo>
                  <a:cubicBezTo>
                    <a:pt x="3278244" y="19175"/>
                    <a:pt x="3640194" y="54735"/>
                    <a:pt x="3995794" y="138555"/>
                  </a:cubicBezTo>
                  <a:cubicBezTo>
                    <a:pt x="4272654" y="203325"/>
                    <a:pt x="4535544" y="301115"/>
                    <a:pt x="4774304" y="461135"/>
                  </a:cubicBezTo>
                  <a:cubicBezTo>
                    <a:pt x="5099424" y="678305"/>
                    <a:pt x="5303894" y="983105"/>
                    <a:pt x="5424544" y="1350135"/>
                  </a:cubicBezTo>
                  <a:cubicBezTo>
                    <a:pt x="5522334" y="1646045"/>
                    <a:pt x="5569324" y="1952115"/>
                    <a:pt x="5587104" y="2261995"/>
                  </a:cubicBezTo>
                  <a:cubicBezTo>
                    <a:pt x="5603614" y="2543935"/>
                    <a:pt x="5597264" y="2825875"/>
                    <a:pt x="5561704" y="3107815"/>
                  </a:cubicBezTo>
                  <a:cubicBezTo>
                    <a:pt x="5515984" y="3468495"/>
                    <a:pt x="5433434" y="3819015"/>
                    <a:pt x="5269604" y="4146675"/>
                  </a:cubicBezTo>
                  <a:cubicBezTo>
                    <a:pt x="5268334" y="4150485"/>
                    <a:pt x="5267064" y="4154295"/>
                    <a:pt x="5265794" y="4158105"/>
                  </a:cubicBezTo>
                  <a:cubicBezTo>
                    <a:pt x="5267064" y="4158105"/>
                    <a:pt x="5269604" y="4159375"/>
                    <a:pt x="5270874" y="4160645"/>
                  </a:cubicBezTo>
                  <a:close/>
                  <a:moveTo>
                    <a:pt x="2645784" y="62355"/>
                  </a:moveTo>
                  <a:cubicBezTo>
                    <a:pt x="2466714" y="71245"/>
                    <a:pt x="2287644" y="77595"/>
                    <a:pt x="2109844" y="90295"/>
                  </a:cubicBezTo>
                  <a:cubicBezTo>
                    <a:pt x="1844414" y="110615"/>
                    <a:pt x="1582794" y="147445"/>
                    <a:pt x="1328794" y="232535"/>
                  </a:cubicBezTo>
                  <a:cubicBezTo>
                    <a:pt x="1172584" y="284605"/>
                    <a:pt x="1020184" y="348105"/>
                    <a:pt x="890644" y="453515"/>
                  </a:cubicBezTo>
                  <a:cubicBezTo>
                    <a:pt x="720464" y="590675"/>
                    <a:pt x="579494" y="754505"/>
                    <a:pt x="466464" y="942465"/>
                  </a:cubicBezTo>
                  <a:cubicBezTo>
                    <a:pt x="359784" y="1117725"/>
                    <a:pt x="297554" y="1310765"/>
                    <a:pt x="249294" y="1508885"/>
                  </a:cubicBezTo>
                  <a:cubicBezTo>
                    <a:pt x="150234" y="1911475"/>
                    <a:pt x="126104" y="2321685"/>
                    <a:pt x="145154" y="2734435"/>
                  </a:cubicBezTo>
                  <a:cubicBezTo>
                    <a:pt x="159124" y="3034155"/>
                    <a:pt x="201034" y="3330065"/>
                    <a:pt x="288664" y="3618355"/>
                  </a:cubicBezTo>
                  <a:cubicBezTo>
                    <a:pt x="438524" y="4112385"/>
                    <a:pt x="723004" y="4504815"/>
                    <a:pt x="1171314" y="4770245"/>
                  </a:cubicBezTo>
                  <a:cubicBezTo>
                    <a:pt x="1509134" y="4969635"/>
                    <a:pt x="1877434" y="5076315"/>
                    <a:pt x="2263514" y="5124575"/>
                  </a:cubicBezTo>
                  <a:cubicBezTo>
                    <a:pt x="2696584" y="5177915"/>
                    <a:pt x="3129654" y="5171565"/>
                    <a:pt x="3562724" y="5113145"/>
                  </a:cubicBezTo>
                  <a:cubicBezTo>
                    <a:pt x="3960234" y="5058535"/>
                    <a:pt x="4329804" y="4930265"/>
                    <a:pt x="4660004" y="4700395"/>
                  </a:cubicBezTo>
                  <a:cubicBezTo>
                    <a:pt x="4816214" y="4591175"/>
                    <a:pt x="4964804" y="4474335"/>
                    <a:pt x="5074024" y="4311775"/>
                  </a:cubicBezTo>
                  <a:cubicBezTo>
                    <a:pt x="5234044" y="4071745"/>
                    <a:pt x="5341994" y="3810125"/>
                    <a:pt x="5413114" y="3533265"/>
                  </a:cubicBezTo>
                  <a:cubicBezTo>
                    <a:pt x="5524874" y="3092575"/>
                    <a:pt x="5555354" y="2645535"/>
                    <a:pt x="5518524" y="2193415"/>
                  </a:cubicBezTo>
                  <a:cubicBezTo>
                    <a:pt x="5495664" y="1900045"/>
                    <a:pt x="5442324" y="1613025"/>
                    <a:pt x="5343264" y="1336165"/>
                  </a:cubicBezTo>
                  <a:cubicBezTo>
                    <a:pt x="5203564" y="950085"/>
                    <a:pt x="4962264" y="649095"/>
                    <a:pt x="4601584" y="448435"/>
                  </a:cubicBezTo>
                  <a:cubicBezTo>
                    <a:pt x="4392034" y="331595"/>
                    <a:pt x="4167244" y="254125"/>
                    <a:pt x="3934834" y="200785"/>
                  </a:cubicBezTo>
                  <a:cubicBezTo>
                    <a:pt x="3509384" y="102995"/>
                    <a:pt x="3080124" y="69975"/>
                    <a:pt x="2645784" y="62355"/>
                  </a:cubicBezTo>
                  <a:close/>
                  <a:moveTo>
                    <a:pt x="1948554" y="5148705"/>
                  </a:moveTo>
                  <a:cubicBezTo>
                    <a:pt x="1769484" y="5101715"/>
                    <a:pt x="1592954" y="5050915"/>
                    <a:pt x="1422774" y="4982335"/>
                  </a:cubicBezTo>
                  <a:cubicBezTo>
                    <a:pt x="830954" y="4743575"/>
                    <a:pt x="430904" y="4323205"/>
                    <a:pt x="236594" y="3712335"/>
                  </a:cubicBezTo>
                  <a:cubicBezTo>
                    <a:pt x="156584" y="3462145"/>
                    <a:pt x="115944" y="3203065"/>
                    <a:pt x="88004" y="2942715"/>
                  </a:cubicBezTo>
                  <a:cubicBezTo>
                    <a:pt x="86734" y="2947795"/>
                    <a:pt x="86734" y="2952875"/>
                    <a:pt x="86734" y="2957955"/>
                  </a:cubicBezTo>
                  <a:cubicBezTo>
                    <a:pt x="90544" y="3012565"/>
                    <a:pt x="94354" y="3065905"/>
                    <a:pt x="99434" y="3120515"/>
                  </a:cubicBezTo>
                  <a:cubicBezTo>
                    <a:pt x="129914" y="3424045"/>
                    <a:pt x="189604" y="3721225"/>
                    <a:pt x="308984" y="4004435"/>
                  </a:cubicBezTo>
                  <a:cubicBezTo>
                    <a:pt x="463924" y="4375275"/>
                    <a:pt x="709034" y="4664835"/>
                    <a:pt x="1065904" y="4856605"/>
                  </a:cubicBezTo>
                  <a:cubicBezTo>
                    <a:pt x="1256404" y="4959475"/>
                    <a:pt x="1458334" y="5033135"/>
                    <a:pt x="1669154" y="5085205"/>
                  </a:cubicBezTo>
                  <a:cubicBezTo>
                    <a:pt x="1759324" y="5108065"/>
                    <a:pt x="1854574" y="5127115"/>
                    <a:pt x="1948554" y="5148705"/>
                  </a:cubicBezTo>
                  <a:close/>
                </a:path>
              </a:pathLst>
            </a:custGeom>
            <a:solidFill>
              <a:srgbClr val="DB936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0" y="9504553"/>
            <a:ext cx="18288000" cy="782447"/>
            <a:chOff x="0" y="0"/>
            <a:chExt cx="4816593" cy="2060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16592" cy="206076"/>
            </a:xfrm>
            <a:custGeom>
              <a:avLst/>
              <a:gdLst/>
              <a:ahLst/>
              <a:cxnLst/>
              <a:rect l="l" t="t" r="r" b="b"/>
              <a:pathLst>
                <a:path w="4816592" h="206076">
                  <a:moveTo>
                    <a:pt x="0" y="0"/>
                  </a:moveTo>
                  <a:lnTo>
                    <a:pt x="4816592" y="0"/>
                  </a:lnTo>
                  <a:lnTo>
                    <a:pt x="4816592" y="206076"/>
                  </a:lnTo>
                  <a:lnTo>
                    <a:pt x="0" y="206076"/>
                  </a:lnTo>
                  <a:close/>
                </a:path>
              </a:pathLst>
            </a:custGeom>
            <a:solidFill>
              <a:srgbClr val="025A4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816593" cy="244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</Words>
  <Application>Microsoft Office PowerPoint</Application>
  <PresentationFormat>Custom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Kalam</vt:lpstr>
      <vt:lpstr>Nunito Bold</vt:lpstr>
      <vt:lpstr>Nunito Semi-Bold</vt:lpstr>
      <vt:lpstr>Nunito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Social Psychology Slides</dc:title>
  <cp:lastModifiedBy>VARSHINI REDDY</cp:lastModifiedBy>
  <cp:revision>1</cp:revision>
  <dcterms:created xsi:type="dcterms:W3CDTF">2006-08-16T00:00:00Z</dcterms:created>
  <dcterms:modified xsi:type="dcterms:W3CDTF">2025-11-21T15:08:15Z</dcterms:modified>
  <dc:identifier>DAG5Uj5ZtHM</dc:identifier>
</cp:coreProperties>
</file>